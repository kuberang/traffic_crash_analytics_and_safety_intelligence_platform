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39.xml" ContentType="application/vnd.openxmlformats-officedocument.presentationml.notesSlide+xml"/>
  <Override PartName="/ppt/notesSlides/notesSlide38.xml" ContentType="application/vnd.openxmlformats-officedocument.presentationml.notesSlide+xml"/>
  <Override PartName="/ppt/slides/slide23.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slide27.xml" ContentType="application/vnd.openxmlformats-officedocument.presentationml.slide+xml"/>
  <Override PartName="/ppt/notesSlides/notesSlide35.xml" ContentType="application/vnd.openxmlformats-officedocument.presentationml.notesSlide+xml"/>
  <Override PartName="/ppt/slides/slide16.xml" ContentType="application/vnd.openxmlformats-officedocument.presentationml.slide+xml"/>
  <Override PartName="/ppt/slides/slide15.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20.xml" ContentType="application/vnd.openxmlformats-officedocument.presentationml.slide+xml"/>
  <Override PartName="/ppt/slides/slide28.xml" ContentType="application/vnd.openxmlformats-officedocument.presentationml.slide+xml"/>
  <Override PartName="/ppt/notesSlides/notesSlide13.xml" ContentType="application/vnd.openxmlformats-officedocument.presentationml.notesSlide+xml"/>
  <Override PartName="/ppt/slides/slide19.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Override PartName="/ppt/slides/slide2.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slides/slide6.xml" ContentType="application/vnd.openxmlformats-officedocument.presentationml.slide+xml"/>
  <Override PartName="/ppt/slides/slide10.xml" ContentType="application/vnd.openxmlformats-officedocument.presentationml.slide+xml"/>
  <Override PartName="/ppt/notesSlides/notesSlide11.xml" ContentType="application/vnd.openxmlformats-officedocument.presentationml.notesSlide+xml"/>
  <Override PartName="/ppt/slideLayouts/slideLayout7.xml" ContentType="application/vnd.openxmlformats-officedocument.presentationml.slideLayout+xml"/>
  <Override PartName="/ppt/notesSlides/notesSlide28.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ppt/slideLayouts/slideLayout8.xml" ContentType="application/vnd.openxmlformats-officedocument.presentationml.slideLayout+xml"/>
  <Override PartName="/ppt/slideLayouts/slideLayout6.xml" ContentType="application/vnd.openxmlformats-officedocument.presentationml.slideLayout+xml"/>
  <Override PartName="/ppt/slideLayouts/slideLayout2.xml" ContentType="application/vnd.openxmlformats-officedocument.presentationml.slideLayout+xml"/>
  <Override PartName="/ppt/slides/slide32.xml" ContentType="application/vnd.openxmlformats-officedocument.presentationml.slide+xml"/>
  <Override PartName="/ppt/slides/slide8.xml" ContentType="application/vnd.openxmlformats-officedocument.presentationml.slide+xml"/>
  <Override PartName="/ppt/presentation.xml" ContentType="application/vnd.openxmlformats-officedocument.presentationml.presentation.main+xml"/>
  <Override PartName="/ppt/notesSlides/notesSlide37.xml" ContentType="application/vnd.openxmlformats-officedocument.presentationml.notesSlide+xml"/>
  <Override PartName="/ppt/notesSlides/notesSlide7.xml" ContentType="application/vnd.openxmlformats-officedocument.presentationml.notesSlide+xml"/>
  <Override PartName="/ppt/viewProps.xml" ContentType="application/vnd.openxmlformats-officedocument.presentationml.viewProps+xml"/>
  <Override PartName="/ppt/slides/slide17.xml" ContentType="application/vnd.openxmlformats-officedocument.presentationml.slide+xml"/>
  <Override PartName="/docProps/app.xml" ContentType="application/vnd.openxmlformats-officedocument.extended-properties+xml"/>
  <Override PartName="/ppt/tableStyles.xml" ContentType="application/vnd.openxmlformats-officedocument.presentationml.tableStyles+xml"/>
  <Override PartName="/ppt/notesSlides/notesSlide4.xml" ContentType="application/vnd.openxmlformats-officedocument.presentationml.notesSlide+xml"/>
  <Override PartName="/ppt/slides/slide7.xml" ContentType="application/vnd.openxmlformats-officedocument.presentationml.slide+xml"/>
  <Override PartName="/ppt/slideLayouts/slideLayout5.xml" ContentType="application/vnd.openxmlformats-officedocument.presentationml.slideLayout+xml"/>
  <Override PartName="/ppt/slides/slide12.xml" ContentType="application/vnd.openxmlformats-officedocument.presentationml.slide+xml"/>
  <Override PartName="/ppt/slideLayouts/slideLayout1.xml" ContentType="application/vnd.openxmlformats-officedocument.presentationml.slideLayout+xml"/>
  <Override PartName="/ppt/notesSlides/notesSlide10.xml" ContentType="application/vnd.openxmlformats-officedocument.presentationml.notesSlide+xml"/>
  <Override PartName="/ppt/notesSlides/notesSlide20.xml" ContentType="application/vnd.openxmlformats-officedocument.presentationml.notesSlide+xml"/>
  <Override PartName="/ppt/slideLayouts/slideLayout4.xml" ContentType="application/vnd.openxmlformats-officedocument.presentationml.slideLayout+xml"/>
  <Override PartName="/ppt/notesSlides/notesSlide22.xml" ContentType="application/vnd.openxmlformats-officedocument.presentationml.notesSlide+xml"/>
  <Override PartName="/ppt/slides/slide3.xml" ContentType="application/vnd.openxmlformats-officedocument.presentationml.slide+xml"/>
  <Override PartName="/ppt/notesSlides/notesSlide32.xml" ContentType="application/vnd.openxmlformats-officedocument.presentationml.notesSlide+xml"/>
  <Override PartName="/ppt/theme/theme1.xml" ContentType="application/vnd.openxmlformats-officedocument.theme+xml"/>
  <Override PartName="/ppt/notesSlides/notesSlide15.xml" ContentType="application/vnd.openxmlformats-officedocument.presentationml.notesSlide+xml"/>
  <Override PartName="/ppt/slides/slide13.xml" ContentType="application/vnd.openxmlformats-officedocument.presentationml.slide+xml"/>
  <Override PartName="/ppt/slideLayouts/slideLayout9.xml" ContentType="application/vnd.openxmlformats-officedocument.presentationml.slideLayout+xml"/>
  <Override PartName="/ppt/slides/slide1.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notesSlides/notesSlide14.xml" ContentType="application/vnd.openxmlformats-officedocument.presentationml.notesSlide+xml"/>
  <Override PartName="/ppt/notesSlides/notesSlide21.xml" ContentType="application/vnd.openxmlformats-officedocument.presentationml.notesSlide+xml"/>
  <Override PartName="/ppt/slideLayouts/slideLayout3.xml" ContentType="application/vnd.openxmlformats-officedocument.presentationml.slideLayout+xml"/>
  <Override PartName="/ppt/notesSlides/notesSlide34.xml" ContentType="application/vnd.openxmlformats-officedocument.presentationml.notesSlid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s/slide22.xml" ContentType="application/vnd.openxmlformats-officedocument.presentationml.slide+xml"/>
  <Override PartName="/ppt/notesSlides/notesSlide30.xml" ContentType="application/vnd.openxmlformats-officedocument.presentationml.notesSlide+xml"/>
  <Override PartName="/ppt/slides/slide26.xml" ContentType="application/vnd.openxmlformats-officedocument.presentationml.slide+xml"/>
  <Override PartName="/ppt/theme/theme2.xml" ContentType="application/vnd.openxmlformats-officedocument.theme+xml"/>
  <Override PartName="/ppt/slides/slide30.xml" ContentType="application/vnd.openxmlformats-officedocument.presentationml.slide+xml"/>
  <Override PartName="/ppt/slides/slide31.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Slides/notesSlide33.xml" ContentType="application/vnd.openxmlformats-officedocument.presentationml.notesSlide+xml"/>
  <Override PartName="/ppt/notesSlides/notesSlide8.xml" ContentType="application/vnd.openxmlformats-officedocument.presentationml.notesSlide+xml"/>
  <Override PartName="/ppt/slides/slide36.xml" ContentType="application/vnd.openxmlformats-officedocument.presentationml.slide+xml"/>
  <Override PartName="/ppt/slides/slide37.xml" ContentType="application/vnd.openxmlformats-officedocument.presentationml.slide+xml"/>
  <Override PartName="/ppt/slides/slide39.xml" ContentType="application/vnd.openxmlformats-officedocument.presentationml.slide+xml"/>
  <Override PartName="/ppt/notesSlides/notesSlide1.xml" ContentType="application/vnd.openxmlformats-officedocument.presentationml.notesSlide+xml"/>
  <Override PartName="/ppt/slides/slide5.xml" ContentType="application/vnd.openxmlformats-officedocument.presentationml.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slides/slide9.xml" ContentType="application/vnd.openxmlformats-officedocument.presentationml.slide+xml"/>
  <Override PartName="/ppt/notesSlides/notesSlide2.xml" ContentType="application/vnd.openxmlformats-officedocument.presentationml.notesSlide+xml"/>
  <Override PartName="/ppt/notesSlides/notesSlide9.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presProps.xml" ContentType="application/vnd.openxmlformats-officedocument.presentationml.presProps+xml"/>
  <Override PartName="/ppt/slides/slide21.xml" ContentType="application/vnd.openxmlformats-officedocument.presentationml.slide+xml"/>
  <Override PartName="/ppt/notesSlides/notesSlide27.xml" ContentType="application/vnd.openxmlformats-officedocument.presentationml.notesSlide+xml"/>
  <Override PartName="/ppt/notesSlides/notesSlide29.xml" ContentType="application/vnd.openxmlformats-officedocument.presentationml.notesSlide+xml"/>
  <Override PartName="/ppt/notesSlides/notesSlide36.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4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Lst>
  <p:sldSz cx="9144000" cy="6858000" type="screen4x3"/>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24" d="100"/>
          <a:sy n="124" d="100"/>
        </p:scale>
        <p:origin x="-1512" y="-112"/>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notesMaster" Target="notesMasters/notesMaster1.xml"/><Relationship Id="rId44" Type="http://schemas.openxmlformats.org/officeDocument/2006/relationships/presProps" Target="presProps.xml" /><Relationship Id="rId45" Type="http://schemas.openxmlformats.org/officeDocument/2006/relationships/tableStyles" Target="tableStyles.xml" /><Relationship Id="rId46"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382722604"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1085374468"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2059399918"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447146079"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1750375367"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226814249"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7169303" name="Slide Image Placeholder 1"/>
          <p:cNvSpPr>
            <a:spLocks noChangeAspect="1" noGrp="1" noRot="1"/>
          </p:cNvSpPr>
          <p:nvPr>
            <p:ph type="sldImg"/>
          </p:nvPr>
        </p:nvSpPr>
        <p:spPr bwMode="auto"/>
      </p:sp>
      <p:sp>
        <p:nvSpPr>
          <p:cNvPr id="1449629683" name="Notes Placeholder 2"/>
          <p:cNvSpPr>
            <a:spLocks noGrp="1"/>
          </p:cNvSpPr>
          <p:nvPr>
            <p:ph type="body" idx="1"/>
          </p:nvPr>
        </p:nvSpPr>
        <p:spPr bwMode="auto"/>
        <p:txBody>
          <a:bodyPr/>
          <a:lstStyle/>
          <a:p>
            <a:pPr>
              <a:defRPr/>
            </a:pPr>
            <a:endParaRPr/>
          </a:p>
        </p:txBody>
      </p:sp>
      <p:sp>
        <p:nvSpPr>
          <p:cNvPr id="1637720249" name="Slide Number Placeholder 3"/>
          <p:cNvSpPr>
            <a:spLocks noGrp="1"/>
          </p:cNvSpPr>
          <p:nvPr>
            <p:ph type="sldNum" sz="quarter" idx="10"/>
          </p:nvPr>
        </p:nvSpPr>
        <p:spPr bwMode="auto"/>
        <p:txBody>
          <a:bodyPr/>
          <a:lstStyle/>
          <a:p>
            <a:pPr>
              <a:defRPr/>
            </a:pPr>
            <a:fld id="{640A5320-9EC6-C46C-7DCB-86AA161EBAED}"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48419861" name="Slide Image Placeholder 1"/>
          <p:cNvSpPr>
            <a:spLocks noChangeAspect="1" noGrp="1" noRot="1"/>
          </p:cNvSpPr>
          <p:nvPr>
            <p:ph type="sldImg"/>
          </p:nvPr>
        </p:nvSpPr>
        <p:spPr bwMode="auto"/>
      </p:sp>
      <p:sp>
        <p:nvSpPr>
          <p:cNvPr id="467324963" name="Notes Placeholder 2"/>
          <p:cNvSpPr>
            <a:spLocks noGrp="1"/>
          </p:cNvSpPr>
          <p:nvPr>
            <p:ph type="body" idx="1"/>
          </p:nvPr>
        </p:nvSpPr>
        <p:spPr bwMode="auto"/>
        <p:txBody>
          <a:bodyPr/>
          <a:lstStyle/>
          <a:p>
            <a:pPr>
              <a:defRPr/>
            </a:pPr>
            <a:endParaRPr/>
          </a:p>
        </p:txBody>
      </p:sp>
      <p:sp>
        <p:nvSpPr>
          <p:cNvPr id="1466369426" name="Slide Number Placeholder 3"/>
          <p:cNvSpPr>
            <a:spLocks noGrp="1"/>
          </p:cNvSpPr>
          <p:nvPr>
            <p:ph type="sldNum" sz="quarter" idx="10"/>
          </p:nvPr>
        </p:nvSpPr>
        <p:spPr bwMode="auto"/>
        <p:txBody>
          <a:bodyPr/>
          <a:lstStyle/>
          <a:p>
            <a:pPr>
              <a:defRPr/>
            </a:pPr>
            <a:fld id="{9B6AEBFE-7413-A7E9-7243-1DEFADD123C1}"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9861084" name="Slide Image Placeholder 1"/>
          <p:cNvSpPr>
            <a:spLocks noChangeAspect="1" noGrp="1" noRot="1"/>
          </p:cNvSpPr>
          <p:nvPr>
            <p:ph type="sldImg"/>
          </p:nvPr>
        </p:nvSpPr>
        <p:spPr bwMode="auto"/>
      </p:sp>
      <p:sp>
        <p:nvSpPr>
          <p:cNvPr id="268135473" name="Notes Placeholder 2"/>
          <p:cNvSpPr>
            <a:spLocks noGrp="1"/>
          </p:cNvSpPr>
          <p:nvPr>
            <p:ph type="body" idx="1"/>
          </p:nvPr>
        </p:nvSpPr>
        <p:spPr bwMode="auto"/>
        <p:txBody>
          <a:bodyPr/>
          <a:lstStyle/>
          <a:p>
            <a:pPr>
              <a:defRPr/>
            </a:pPr>
            <a:endParaRPr/>
          </a:p>
        </p:txBody>
      </p:sp>
      <p:sp>
        <p:nvSpPr>
          <p:cNvPr id="183520199" name="Slide Number Placeholder 3"/>
          <p:cNvSpPr>
            <a:spLocks noGrp="1"/>
          </p:cNvSpPr>
          <p:nvPr>
            <p:ph type="sldNum" sz="quarter" idx="10"/>
          </p:nvPr>
        </p:nvSpPr>
        <p:spPr bwMode="auto"/>
        <p:txBody>
          <a:bodyPr/>
          <a:lstStyle/>
          <a:p>
            <a:pPr>
              <a:defRPr/>
            </a:pPr>
            <a:fld id="{329DFCF1-A420-2AF6-11AF-3911B3954CA8}"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88000328" name="Slide Image Placeholder 1"/>
          <p:cNvSpPr>
            <a:spLocks noChangeAspect="1" noGrp="1" noRot="1"/>
          </p:cNvSpPr>
          <p:nvPr>
            <p:ph type="sldImg"/>
          </p:nvPr>
        </p:nvSpPr>
        <p:spPr bwMode="auto"/>
      </p:sp>
      <p:sp>
        <p:nvSpPr>
          <p:cNvPr id="1771664372" name="Notes Placeholder 2"/>
          <p:cNvSpPr>
            <a:spLocks noGrp="1"/>
          </p:cNvSpPr>
          <p:nvPr>
            <p:ph type="body" idx="1"/>
          </p:nvPr>
        </p:nvSpPr>
        <p:spPr bwMode="auto"/>
        <p:txBody>
          <a:bodyPr/>
          <a:lstStyle/>
          <a:p>
            <a:pPr>
              <a:defRPr/>
            </a:pPr>
            <a:endParaRPr/>
          </a:p>
        </p:txBody>
      </p:sp>
      <p:sp>
        <p:nvSpPr>
          <p:cNvPr id="615153732" name="Slide Number Placeholder 3"/>
          <p:cNvSpPr>
            <a:spLocks noGrp="1"/>
          </p:cNvSpPr>
          <p:nvPr>
            <p:ph type="sldNum" sz="quarter" idx="10"/>
          </p:nvPr>
        </p:nvSpPr>
        <p:spPr bwMode="auto"/>
        <p:txBody>
          <a:bodyPr/>
          <a:lstStyle/>
          <a:p>
            <a:pPr>
              <a:defRPr/>
            </a:pPr>
            <a:fld id="{2A56DCB0-A36E-F5D6-745C-CF7EF17FCC36}"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40430717" name="Slide Image Placeholder 1"/>
          <p:cNvSpPr>
            <a:spLocks noChangeAspect="1" noGrp="1" noRot="1"/>
          </p:cNvSpPr>
          <p:nvPr>
            <p:ph type="sldImg"/>
          </p:nvPr>
        </p:nvSpPr>
        <p:spPr bwMode="auto"/>
      </p:sp>
      <p:sp>
        <p:nvSpPr>
          <p:cNvPr id="2020349129" name="Notes Placeholder 2"/>
          <p:cNvSpPr>
            <a:spLocks noGrp="1"/>
          </p:cNvSpPr>
          <p:nvPr>
            <p:ph type="body" idx="1"/>
          </p:nvPr>
        </p:nvSpPr>
        <p:spPr bwMode="auto"/>
        <p:txBody>
          <a:bodyPr/>
          <a:lstStyle/>
          <a:p>
            <a:pPr>
              <a:defRPr/>
            </a:pPr>
            <a:endParaRPr/>
          </a:p>
        </p:txBody>
      </p:sp>
      <p:sp>
        <p:nvSpPr>
          <p:cNvPr id="1811118142" name="Slide Number Placeholder 3"/>
          <p:cNvSpPr>
            <a:spLocks noGrp="1"/>
          </p:cNvSpPr>
          <p:nvPr>
            <p:ph type="sldNum" sz="quarter" idx="10"/>
          </p:nvPr>
        </p:nvSpPr>
        <p:spPr bwMode="auto"/>
        <p:txBody>
          <a:bodyPr/>
          <a:lstStyle/>
          <a:p>
            <a:pPr>
              <a:defRPr/>
            </a:pPr>
            <a:fld id="{25AA9142-BD42-3F5D-3BEA-F179EE458286}"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01099708" name="Slide Image Placeholder 1"/>
          <p:cNvSpPr>
            <a:spLocks noChangeAspect="1" noGrp="1" noRot="1"/>
          </p:cNvSpPr>
          <p:nvPr>
            <p:ph type="sldImg"/>
          </p:nvPr>
        </p:nvSpPr>
        <p:spPr bwMode="auto"/>
      </p:sp>
      <p:sp>
        <p:nvSpPr>
          <p:cNvPr id="169659928" name="Notes Placeholder 2"/>
          <p:cNvSpPr>
            <a:spLocks noGrp="1"/>
          </p:cNvSpPr>
          <p:nvPr>
            <p:ph type="body" idx="1"/>
          </p:nvPr>
        </p:nvSpPr>
        <p:spPr bwMode="auto"/>
        <p:txBody>
          <a:bodyPr/>
          <a:lstStyle/>
          <a:p>
            <a:pPr>
              <a:defRPr/>
            </a:pPr>
            <a:endParaRPr/>
          </a:p>
        </p:txBody>
      </p:sp>
      <p:sp>
        <p:nvSpPr>
          <p:cNvPr id="1495653836" name="Slide Number Placeholder 3"/>
          <p:cNvSpPr>
            <a:spLocks noGrp="1"/>
          </p:cNvSpPr>
          <p:nvPr>
            <p:ph type="sldNum" sz="quarter" idx="10"/>
          </p:nvPr>
        </p:nvSpPr>
        <p:spPr bwMode="auto"/>
        <p:txBody>
          <a:bodyPr/>
          <a:lstStyle/>
          <a:p>
            <a:pPr>
              <a:defRPr/>
            </a:pPr>
            <a:fld id="{48BA188F-9232-2082-8D1F-D50B2627B93E}"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86051736" name="Slide Image Placeholder 1"/>
          <p:cNvSpPr>
            <a:spLocks noChangeAspect="1" noGrp="1" noRot="1"/>
          </p:cNvSpPr>
          <p:nvPr>
            <p:ph type="sldImg"/>
          </p:nvPr>
        </p:nvSpPr>
        <p:spPr bwMode="auto"/>
      </p:sp>
      <p:sp>
        <p:nvSpPr>
          <p:cNvPr id="381004247" name="Notes Placeholder 2"/>
          <p:cNvSpPr>
            <a:spLocks noGrp="1"/>
          </p:cNvSpPr>
          <p:nvPr>
            <p:ph type="body" idx="1"/>
          </p:nvPr>
        </p:nvSpPr>
        <p:spPr bwMode="auto"/>
        <p:txBody>
          <a:bodyPr/>
          <a:lstStyle/>
          <a:p>
            <a:pPr>
              <a:defRPr/>
            </a:pPr>
            <a:endParaRPr/>
          </a:p>
        </p:txBody>
      </p:sp>
      <p:sp>
        <p:nvSpPr>
          <p:cNvPr id="1222452996" name="Slide Number Placeholder 3"/>
          <p:cNvSpPr>
            <a:spLocks noGrp="1"/>
          </p:cNvSpPr>
          <p:nvPr>
            <p:ph type="sldNum" sz="quarter" idx="10"/>
          </p:nvPr>
        </p:nvSpPr>
        <p:spPr bwMode="auto"/>
        <p:txBody>
          <a:bodyPr/>
          <a:lstStyle/>
          <a:p>
            <a:pPr>
              <a:defRPr/>
            </a:pPr>
            <a:fld id="{0A70A79B-1BAF-CCAF-0DDB-8F8FF0638BC7}"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24513481" name="Slide Image Placeholder 1"/>
          <p:cNvSpPr>
            <a:spLocks noChangeAspect="1" noGrp="1" noRot="1"/>
          </p:cNvSpPr>
          <p:nvPr>
            <p:ph type="sldImg"/>
          </p:nvPr>
        </p:nvSpPr>
        <p:spPr bwMode="auto"/>
      </p:sp>
      <p:sp>
        <p:nvSpPr>
          <p:cNvPr id="1921444829" name="Notes Placeholder 2"/>
          <p:cNvSpPr>
            <a:spLocks noGrp="1"/>
          </p:cNvSpPr>
          <p:nvPr>
            <p:ph type="body" idx="1"/>
          </p:nvPr>
        </p:nvSpPr>
        <p:spPr bwMode="auto"/>
        <p:txBody>
          <a:bodyPr/>
          <a:lstStyle/>
          <a:p>
            <a:pPr>
              <a:defRPr/>
            </a:pPr>
            <a:endParaRPr/>
          </a:p>
        </p:txBody>
      </p:sp>
      <p:sp>
        <p:nvSpPr>
          <p:cNvPr id="1878411850" name="Slide Number Placeholder 3"/>
          <p:cNvSpPr>
            <a:spLocks noGrp="1"/>
          </p:cNvSpPr>
          <p:nvPr>
            <p:ph type="sldNum" sz="quarter" idx="10"/>
          </p:nvPr>
        </p:nvSpPr>
        <p:spPr bwMode="auto"/>
        <p:txBody>
          <a:bodyPr/>
          <a:lstStyle/>
          <a:p>
            <a:pPr>
              <a:defRPr/>
            </a:pPr>
            <a:fld id="{762819B8-61BC-F446-97E0-E86BB5E265B1}"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3597BA1-6916-846F-01EA-A736A56C5883}"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62487120" name="Slide Image Placeholder 1"/>
          <p:cNvSpPr>
            <a:spLocks noChangeAspect="1" noGrp="1" noRot="1"/>
          </p:cNvSpPr>
          <p:nvPr>
            <p:ph type="sldImg"/>
          </p:nvPr>
        </p:nvSpPr>
        <p:spPr bwMode="auto"/>
      </p:sp>
      <p:sp>
        <p:nvSpPr>
          <p:cNvPr id="819858314" name="Notes Placeholder 2"/>
          <p:cNvSpPr>
            <a:spLocks noGrp="1"/>
          </p:cNvSpPr>
          <p:nvPr>
            <p:ph type="body" idx="1"/>
          </p:nvPr>
        </p:nvSpPr>
        <p:spPr bwMode="auto"/>
        <p:txBody>
          <a:bodyPr/>
          <a:lstStyle/>
          <a:p>
            <a:pPr>
              <a:defRPr/>
            </a:pPr>
            <a:endParaRPr/>
          </a:p>
        </p:txBody>
      </p:sp>
      <p:sp>
        <p:nvSpPr>
          <p:cNvPr id="1513788306" name="Slide Number Placeholder 3"/>
          <p:cNvSpPr>
            <a:spLocks noGrp="1"/>
          </p:cNvSpPr>
          <p:nvPr>
            <p:ph type="sldNum" sz="quarter" idx="10"/>
          </p:nvPr>
        </p:nvSpPr>
        <p:spPr bwMode="auto"/>
        <p:txBody>
          <a:bodyPr/>
          <a:lstStyle/>
          <a:p>
            <a:pPr>
              <a:defRPr/>
            </a:pPr>
            <a:fld id="{215A3D3C-1BB0-01D7-C2B0-F775E37C2F5A}"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14A773C-FA82-57A8-C1AA-E632B104F51C}"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56877246" name="Slide Image Placeholder 1"/>
          <p:cNvSpPr>
            <a:spLocks noChangeAspect="1" noGrp="1" noRot="1"/>
          </p:cNvSpPr>
          <p:nvPr>
            <p:ph type="sldImg"/>
          </p:nvPr>
        </p:nvSpPr>
        <p:spPr bwMode="auto"/>
      </p:sp>
      <p:sp>
        <p:nvSpPr>
          <p:cNvPr id="440183252" name="Notes Placeholder 2"/>
          <p:cNvSpPr>
            <a:spLocks noGrp="1"/>
          </p:cNvSpPr>
          <p:nvPr>
            <p:ph type="body" idx="1"/>
          </p:nvPr>
        </p:nvSpPr>
        <p:spPr bwMode="auto"/>
        <p:txBody>
          <a:bodyPr/>
          <a:lstStyle/>
          <a:p>
            <a:pPr>
              <a:defRPr/>
            </a:pPr>
            <a:endParaRPr/>
          </a:p>
        </p:txBody>
      </p:sp>
      <p:sp>
        <p:nvSpPr>
          <p:cNvPr id="1069264945" name="Slide Number Placeholder 3"/>
          <p:cNvSpPr>
            <a:spLocks noGrp="1"/>
          </p:cNvSpPr>
          <p:nvPr>
            <p:ph type="sldNum" sz="quarter" idx="10"/>
          </p:nvPr>
        </p:nvSpPr>
        <p:spPr bwMode="auto"/>
        <p:txBody>
          <a:bodyPr/>
          <a:lstStyle/>
          <a:p>
            <a:pPr>
              <a:defRPr/>
            </a:pPr>
            <a:fld id="{053C7677-77F1-8AFD-DFC9-CB366A1F86C0}"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D89263D-E4F8-63EA-10E0-9F8AEBA66BED}"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578457D-1C1D-05DC-6ABF-7FCAB5864BB4}"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4B9A52A-B9E7-2936-B320-45AE260C95D5}"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3F32E5C-CB39-9F09-56F9-A693A5B887F9}"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8DAA71E-BDE3-B1B6-5BA9-CAC001020D32}"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8DEB741-A424-165E-CD30-2585A204F60E}"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A681C78-6445-5814-5A1B-3D33E2B3DF1A}"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6DFE469-4F64-8673-4579-0701A01D63CC}"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553E76A-2CE8-966A-4A95-73D9E625B8CF}"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7294BBD-57AC-9017-78ED-B3F9288925C2}"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B0E8E57-C5CC-0712-AEDF-6D0FABAE09E6}"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93BF1AB-072A-B682-98F0-D225887F23EE}"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5F848E1-DCE6-61CA-20A9-DEC6300AEA51}" type="slidenum">
              <a:rPr/>
              <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BB1D525-9599-19FF-C388-E0913A034B46}" type="slidenum">
              <a:rPr/>
              <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FEC693D-498D-7D4F-A40C-774C06D6B7F5}" type="slidenum">
              <a:rPr/>
              <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44CEC47-9565-9526-DD6D-7A90EF681B33}" type="slidenum">
              <a:rPr/>
              <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C144A84-AACF-357E-2D7B-BCB7549D5A94}" type="slidenum">
              <a:rPr/>
              <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79A69FF-CFD0-F249-511B-FFECF286310A}" type="slidenum">
              <a:rPr/>
              <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C1497F8-8500-795F-87A2-41A968A559FF}" type="slidenum">
              <a:rPr/>
              <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B26D9B0-577A-A589-917A-781E4045E3C4}" type="slidenum">
              <a:rPr/>
              <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410FD37-11E8-1BA4-D3B2-717153919F2C}" type="slidenum">
              <a:rPr/>
              <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96B2F97-BDAC-CD22-6DBF-6A59F16A5330}" type="slidenum">
              <a:rPr/>
              <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EF9ACEF-0BA6-279B-D3E9-69D5413ACBC7}" type="slidenum">
              <a:rPr/>
              <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D37C9A7-899C-B95D-CBD3-8A7A68C5BC95}" type="slidenum">
              <a:rPr/>
              <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BC85CFA-1D73-7175-26BE-D74D01889FDD}" type="slidenum">
              <a:rPr/>
              <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12814493" name="Slide Image Placeholder 1"/>
          <p:cNvSpPr>
            <a:spLocks noChangeAspect="1" noGrp="1" noRot="1"/>
          </p:cNvSpPr>
          <p:nvPr>
            <p:ph type="sldImg"/>
          </p:nvPr>
        </p:nvSpPr>
        <p:spPr bwMode="auto"/>
      </p:sp>
      <p:sp>
        <p:nvSpPr>
          <p:cNvPr id="1037123900" name="Notes Placeholder 2"/>
          <p:cNvSpPr>
            <a:spLocks noGrp="1"/>
          </p:cNvSpPr>
          <p:nvPr>
            <p:ph type="body" idx="1"/>
          </p:nvPr>
        </p:nvSpPr>
        <p:spPr bwMode="auto"/>
        <p:txBody>
          <a:bodyPr/>
          <a:lstStyle/>
          <a:p>
            <a:pPr>
              <a:defRPr/>
            </a:pPr>
            <a:endParaRPr/>
          </a:p>
        </p:txBody>
      </p:sp>
      <p:sp>
        <p:nvSpPr>
          <p:cNvPr id="697092179" name="Slide Number Placeholder 3"/>
          <p:cNvSpPr>
            <a:spLocks noGrp="1"/>
          </p:cNvSpPr>
          <p:nvPr>
            <p:ph type="sldNum" sz="quarter" idx="10"/>
          </p:nvPr>
        </p:nvSpPr>
        <p:spPr bwMode="auto"/>
        <p:txBody>
          <a:bodyPr/>
          <a:lstStyle/>
          <a:p>
            <a:pPr>
              <a:defRPr/>
            </a:pPr>
            <a:fld id="{B16501A4-C4B6-063C-3340-5DF39B78ADD5}" type="slidenum">
              <a:rPr/>
              <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63811178" name="Slide Image Placeholder 1"/>
          <p:cNvSpPr>
            <a:spLocks noChangeAspect="1" noGrp="1" noRot="1"/>
          </p:cNvSpPr>
          <p:nvPr>
            <p:ph type="sldImg"/>
          </p:nvPr>
        </p:nvSpPr>
        <p:spPr bwMode="auto"/>
      </p:sp>
      <p:sp>
        <p:nvSpPr>
          <p:cNvPr id="1171336415" name="Notes Placeholder 2"/>
          <p:cNvSpPr>
            <a:spLocks noGrp="1"/>
          </p:cNvSpPr>
          <p:nvPr>
            <p:ph type="body" idx="1"/>
          </p:nvPr>
        </p:nvSpPr>
        <p:spPr bwMode="auto"/>
        <p:txBody>
          <a:bodyPr/>
          <a:lstStyle/>
          <a:p>
            <a:pPr>
              <a:defRPr/>
            </a:pPr>
            <a:endParaRPr/>
          </a:p>
        </p:txBody>
      </p:sp>
      <p:sp>
        <p:nvSpPr>
          <p:cNvPr id="1698040474" name="Slide Number Placeholder 3"/>
          <p:cNvSpPr>
            <a:spLocks noGrp="1"/>
          </p:cNvSpPr>
          <p:nvPr>
            <p:ph type="sldNum" sz="quarter" idx="10"/>
          </p:nvPr>
        </p:nvSpPr>
        <p:spPr bwMode="auto"/>
        <p:txBody>
          <a:bodyPr/>
          <a:lstStyle/>
          <a:p>
            <a:pPr>
              <a:defRPr/>
            </a:pPr>
            <a:fld id="{1984A149-C271-06BF-FB72-DA365119F73A}"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419646319" name="Title 1"/>
          <p:cNvSpPr>
            <a:spLocks noGrp="1"/>
          </p:cNvSpPr>
          <p:nvPr>
            <p:ph type="ctrTitle"/>
          </p:nvPr>
        </p:nvSpPr>
        <p:spPr bwMode="auto">
          <a:xfrm>
            <a:off x="685800" y="2130427"/>
            <a:ext cx="7772400" cy="1470025"/>
          </a:xfrm>
        </p:spPr>
        <p:txBody>
          <a:bodyPr/>
          <a:lstStyle/>
          <a:p>
            <a:pPr>
              <a:defRPr/>
            </a:pPr>
            <a:r>
              <a:rPr/>
              <a:t>Click to edit Master title style</a:t>
            </a:r>
            <a:endParaRPr/>
          </a:p>
        </p:txBody>
      </p:sp>
      <p:sp>
        <p:nvSpPr>
          <p:cNvPr id="1197399495" name="Subtitle 2"/>
          <p:cNvSpPr>
            <a:spLocks noGrp="1"/>
          </p:cNvSpPr>
          <p:nvPr>
            <p:ph type="subTitle" idx="1"/>
          </p:nvPr>
        </p:nvSpPr>
        <p:spPr bwMode="auto">
          <a:xfrm>
            <a:off x="1371600" y="3886200"/>
            <a:ext cx="6400800" cy="1752599"/>
          </a:xfrm>
        </p:spPr>
        <p:txBody>
          <a:bodyPr/>
          <a:lstStyle>
            <a:lvl1pPr marL="0" indent="0" algn="ctr">
              <a:buNone/>
              <a:defRPr>
                <a:solidFill>
                  <a:schemeClr val="tx1">
                    <a:lumMod val="85000"/>
                    <a:lumOff val="1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a:t>Click to edit Master subtitle style</a:t>
            </a:r>
            <a:endParaRPr/>
          </a:p>
        </p:txBody>
      </p:sp>
      <p:sp>
        <p:nvSpPr>
          <p:cNvPr id="1817764178" name="Date Placeholder 3"/>
          <p:cNvSpPr>
            <a:spLocks noGrp="1"/>
          </p:cNvSpPr>
          <p:nvPr>
            <p:ph type="dt" sz="half" idx="10"/>
          </p:nvPr>
        </p:nvSpPr>
        <p:spPr bwMode="auto"/>
        <p:txBody>
          <a:bodyPr/>
          <a:lstStyle/>
          <a:p>
            <a:pPr>
              <a:defRPr/>
            </a:pPr>
            <a:fld id="{D328A2AD-CA6C-4CEE-80DD-5B3591997DB0}" type="datetimeFigureOut">
              <a:rPr/>
              <a:t>22.10.2013</a:t>
            </a:fld>
            <a:endParaRPr/>
          </a:p>
        </p:txBody>
      </p:sp>
      <p:sp>
        <p:nvSpPr>
          <p:cNvPr id="1026644773" name="Footer Placeholder 4"/>
          <p:cNvSpPr>
            <a:spLocks noGrp="1"/>
          </p:cNvSpPr>
          <p:nvPr>
            <p:ph type="ftr" sz="quarter" idx="11"/>
          </p:nvPr>
        </p:nvSpPr>
        <p:spPr bwMode="auto"/>
        <p:txBody>
          <a:bodyPr/>
          <a:lstStyle/>
          <a:p>
            <a:pPr>
              <a:defRPr/>
            </a:pPr>
            <a:endParaRPr/>
          </a:p>
        </p:txBody>
      </p:sp>
      <p:sp>
        <p:nvSpPr>
          <p:cNvPr id="1965487472" name="Slide Number Placeholder 5"/>
          <p:cNvSpPr>
            <a:spLocks noGrp="1"/>
          </p:cNvSpPr>
          <p:nvPr>
            <p:ph type="sldNum" sz="quarter" idx="12"/>
          </p:nvPr>
        </p:nvSpPr>
        <p:spPr bwMode="auto"/>
        <p:txBody>
          <a:bodyPr/>
          <a:lstStyle/>
          <a:p>
            <a:pPr>
              <a:defRPr/>
            </a:pPr>
            <a:fld id="{9F5014F7-E485-415F-A69C-6237A648DEF6}"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496304818" name="Title 1"/>
          <p:cNvSpPr>
            <a:spLocks noGrp="1"/>
          </p:cNvSpPr>
          <p:nvPr>
            <p:ph type="title"/>
          </p:nvPr>
        </p:nvSpPr>
        <p:spPr bwMode="auto"/>
        <p:txBody>
          <a:bodyPr/>
          <a:lstStyle/>
          <a:p>
            <a:pPr>
              <a:defRPr/>
            </a:pPr>
            <a:r>
              <a:rPr/>
              <a:t>Click to edit Master title style</a:t>
            </a:r>
            <a:endParaRPr/>
          </a:p>
        </p:txBody>
      </p:sp>
      <p:sp>
        <p:nvSpPr>
          <p:cNvPr id="1672138455" name="Content Placeholder 2"/>
          <p:cNvSpPr>
            <a:spLocks noGrp="1"/>
          </p:cNvSpPr>
          <p:nvPr>
            <p:ph idx="1"/>
          </p:nvPr>
        </p:nvSpPr>
        <p:spPr bwMode="auto"/>
        <p:txBody>
          <a:body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676779501" name="Date Placeholder 3"/>
          <p:cNvSpPr>
            <a:spLocks noGrp="1"/>
          </p:cNvSpPr>
          <p:nvPr>
            <p:ph type="dt" sz="half" idx="10"/>
          </p:nvPr>
        </p:nvSpPr>
        <p:spPr bwMode="auto"/>
        <p:txBody>
          <a:bodyPr/>
          <a:lstStyle/>
          <a:p>
            <a:pPr>
              <a:defRPr/>
            </a:pPr>
            <a:fld id="{D328A2AD-CA6C-4CEE-80DD-5B3591997DB0}" type="datetimeFigureOut">
              <a:rPr/>
              <a:t>22.10.2013</a:t>
            </a:fld>
            <a:endParaRPr/>
          </a:p>
        </p:txBody>
      </p:sp>
      <p:sp>
        <p:nvSpPr>
          <p:cNvPr id="615059238" name="Footer Placeholder 4"/>
          <p:cNvSpPr>
            <a:spLocks noGrp="1"/>
          </p:cNvSpPr>
          <p:nvPr>
            <p:ph type="ftr" sz="quarter" idx="11"/>
          </p:nvPr>
        </p:nvSpPr>
        <p:spPr bwMode="auto"/>
        <p:txBody>
          <a:bodyPr/>
          <a:lstStyle/>
          <a:p>
            <a:pPr>
              <a:defRPr/>
            </a:pPr>
            <a:endParaRPr/>
          </a:p>
        </p:txBody>
      </p:sp>
      <p:sp>
        <p:nvSpPr>
          <p:cNvPr id="1325560508" name="Slide Number Placeholder 5"/>
          <p:cNvSpPr>
            <a:spLocks noGrp="1"/>
          </p:cNvSpPr>
          <p:nvPr>
            <p:ph type="sldNum" sz="quarter" idx="12"/>
          </p:nvPr>
        </p:nvSpPr>
        <p:spPr bwMode="auto"/>
        <p:txBody>
          <a:bodyPr/>
          <a:lstStyle/>
          <a:p>
            <a:pPr>
              <a:defRPr/>
            </a:pPr>
            <a:fld id="{9F5014F7-E485-415F-A69C-6237A648DEF6}"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502239399" name="Title 1"/>
          <p:cNvSpPr>
            <a:spLocks noGrp="1"/>
          </p:cNvSpPr>
          <p:nvPr>
            <p:ph type="title"/>
          </p:nvPr>
        </p:nvSpPr>
        <p:spPr bwMode="auto">
          <a:xfrm>
            <a:off x="722313" y="4406901"/>
            <a:ext cx="7772400" cy="1362074"/>
          </a:xfrm>
        </p:spPr>
        <p:txBody>
          <a:bodyPr anchor="t"/>
          <a:lstStyle>
            <a:lvl1pPr algn="l">
              <a:defRPr sz="4000" b="1" cap="all"/>
            </a:lvl1pPr>
          </a:lstStyle>
          <a:p>
            <a:pPr>
              <a:defRPr/>
            </a:pPr>
            <a:r>
              <a:rPr/>
              <a:t>Click to edit Master title style</a:t>
            </a:r>
            <a:endParaRPr/>
          </a:p>
        </p:txBody>
      </p:sp>
      <p:sp>
        <p:nvSpPr>
          <p:cNvPr id="1448288727" name="Text Placeholder 2"/>
          <p:cNvSpPr>
            <a:spLocks noGrp="1"/>
          </p:cNvSpPr>
          <p:nvPr>
            <p:ph type="body" idx="1"/>
          </p:nvPr>
        </p:nvSpPr>
        <p:spPr bwMode="auto">
          <a:xfrm>
            <a:off x="722313" y="2906713"/>
            <a:ext cx="7772400" cy="150018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a:t>Click to edit Master text styles</a:t>
            </a:r>
            <a:endParaRPr/>
          </a:p>
        </p:txBody>
      </p:sp>
      <p:sp>
        <p:nvSpPr>
          <p:cNvPr id="2008919837" name="Date Placeholder 3"/>
          <p:cNvSpPr>
            <a:spLocks noGrp="1"/>
          </p:cNvSpPr>
          <p:nvPr>
            <p:ph type="dt" sz="half" idx="10"/>
          </p:nvPr>
        </p:nvSpPr>
        <p:spPr bwMode="auto"/>
        <p:txBody>
          <a:bodyPr/>
          <a:lstStyle/>
          <a:p>
            <a:pPr>
              <a:defRPr/>
            </a:pPr>
            <a:fld id="{D328A2AD-CA6C-4CEE-80DD-5B3591997DB0}" type="datetimeFigureOut">
              <a:rPr/>
              <a:t>22.10.2013</a:t>
            </a:fld>
            <a:endParaRPr/>
          </a:p>
        </p:txBody>
      </p:sp>
      <p:sp>
        <p:nvSpPr>
          <p:cNvPr id="1542903839" name="Footer Placeholder 4"/>
          <p:cNvSpPr>
            <a:spLocks noGrp="1"/>
          </p:cNvSpPr>
          <p:nvPr>
            <p:ph type="ftr" sz="quarter" idx="11"/>
          </p:nvPr>
        </p:nvSpPr>
        <p:spPr bwMode="auto"/>
        <p:txBody>
          <a:bodyPr/>
          <a:lstStyle/>
          <a:p>
            <a:pPr>
              <a:defRPr/>
            </a:pPr>
            <a:endParaRPr/>
          </a:p>
        </p:txBody>
      </p:sp>
      <p:sp>
        <p:nvSpPr>
          <p:cNvPr id="1715973556" name="Slide Number Placeholder 5"/>
          <p:cNvSpPr>
            <a:spLocks noGrp="1"/>
          </p:cNvSpPr>
          <p:nvPr>
            <p:ph type="sldNum" sz="quarter" idx="12"/>
          </p:nvPr>
        </p:nvSpPr>
        <p:spPr bwMode="auto"/>
        <p:txBody>
          <a:bodyPr/>
          <a:lstStyle/>
          <a:p>
            <a:pPr>
              <a:defRPr/>
            </a:pPr>
            <a:fld id="{9F5014F7-E485-415F-A69C-6237A648DEF6}"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522570236" name="Title 1"/>
          <p:cNvSpPr>
            <a:spLocks noGrp="1"/>
          </p:cNvSpPr>
          <p:nvPr>
            <p:ph type="title"/>
          </p:nvPr>
        </p:nvSpPr>
        <p:spPr bwMode="auto"/>
        <p:txBody>
          <a:bodyPr/>
          <a:lstStyle/>
          <a:p>
            <a:pPr>
              <a:defRPr/>
            </a:pPr>
            <a:r>
              <a:rPr/>
              <a:t>Click to edit Master title style</a:t>
            </a:r>
            <a:endParaRPr/>
          </a:p>
        </p:txBody>
      </p:sp>
      <p:sp>
        <p:nvSpPr>
          <p:cNvPr id="151823544" name="Content Placeholder 2"/>
          <p:cNvSpPr>
            <a:spLocks noGrp="1"/>
          </p:cNvSpPr>
          <p:nvPr>
            <p:ph sz="half" idx="1"/>
          </p:nvPr>
        </p:nvSpPr>
        <p:spPr bwMode="auto">
          <a:xfrm>
            <a:off x="457200" y="1600201"/>
            <a:ext cx="4038598"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480181785" name="Content Placeholder 3"/>
          <p:cNvSpPr>
            <a:spLocks noGrp="1"/>
          </p:cNvSpPr>
          <p:nvPr>
            <p:ph sz="half" idx="2"/>
          </p:nvPr>
        </p:nvSpPr>
        <p:spPr bwMode="auto">
          <a:xfrm>
            <a:off x="4648199" y="1600201"/>
            <a:ext cx="4038598"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478737388" name="Date Placeholder 4"/>
          <p:cNvSpPr>
            <a:spLocks noGrp="1"/>
          </p:cNvSpPr>
          <p:nvPr>
            <p:ph type="dt" sz="half" idx="10"/>
          </p:nvPr>
        </p:nvSpPr>
        <p:spPr bwMode="auto"/>
        <p:txBody>
          <a:bodyPr/>
          <a:lstStyle/>
          <a:p>
            <a:pPr>
              <a:defRPr/>
            </a:pPr>
            <a:fld id="{D328A2AD-CA6C-4CEE-80DD-5B3591997DB0}" type="datetimeFigureOut">
              <a:rPr/>
              <a:t>22.10.2013</a:t>
            </a:fld>
            <a:endParaRPr/>
          </a:p>
        </p:txBody>
      </p:sp>
      <p:sp>
        <p:nvSpPr>
          <p:cNvPr id="554931792" name="Footer Placeholder 5"/>
          <p:cNvSpPr>
            <a:spLocks noGrp="1"/>
          </p:cNvSpPr>
          <p:nvPr>
            <p:ph type="ftr" sz="quarter" idx="11"/>
          </p:nvPr>
        </p:nvSpPr>
        <p:spPr bwMode="auto"/>
        <p:txBody>
          <a:bodyPr/>
          <a:lstStyle/>
          <a:p>
            <a:pPr>
              <a:defRPr/>
            </a:pPr>
            <a:endParaRPr/>
          </a:p>
        </p:txBody>
      </p:sp>
      <p:sp>
        <p:nvSpPr>
          <p:cNvPr id="2143267490" name="Slide Number Placeholder 6"/>
          <p:cNvSpPr>
            <a:spLocks noGrp="1"/>
          </p:cNvSpPr>
          <p:nvPr>
            <p:ph type="sldNum" sz="quarter" idx="12"/>
          </p:nvPr>
        </p:nvSpPr>
        <p:spPr bwMode="auto"/>
        <p:txBody>
          <a:bodyPr/>
          <a:lstStyle/>
          <a:p>
            <a:pPr>
              <a:defRPr/>
            </a:pPr>
            <a:fld id="{9F5014F7-E485-415F-A69C-6237A648DEF6}"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624554503" name="Title 1"/>
          <p:cNvSpPr>
            <a:spLocks noGrp="1"/>
          </p:cNvSpPr>
          <p:nvPr>
            <p:ph type="title"/>
          </p:nvPr>
        </p:nvSpPr>
        <p:spPr bwMode="auto"/>
        <p:txBody>
          <a:bodyPr/>
          <a:lstStyle>
            <a:lvl1pPr>
              <a:defRPr/>
            </a:lvl1pPr>
          </a:lstStyle>
          <a:p>
            <a:pPr>
              <a:defRPr/>
            </a:pPr>
            <a:r>
              <a:rPr/>
              <a:t>Click to edit Master title style</a:t>
            </a:r>
            <a:endParaRPr/>
          </a:p>
        </p:txBody>
      </p:sp>
      <p:sp>
        <p:nvSpPr>
          <p:cNvPr id="1877612541" name="Text Placeholder 2"/>
          <p:cNvSpPr>
            <a:spLocks noGrp="1"/>
          </p:cNvSpPr>
          <p:nvPr>
            <p:ph type="body" idx="1"/>
          </p:nvPr>
        </p:nvSpPr>
        <p:spPr bwMode="auto">
          <a:xfrm>
            <a:off x="457200" y="1535113"/>
            <a:ext cx="404018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a:t>Click to edit Master text styles</a:t>
            </a:r>
            <a:endParaRPr/>
          </a:p>
        </p:txBody>
      </p:sp>
      <p:sp>
        <p:nvSpPr>
          <p:cNvPr id="201558752" name="Content Placeholder 3"/>
          <p:cNvSpPr>
            <a:spLocks noGrp="1"/>
          </p:cNvSpPr>
          <p:nvPr>
            <p:ph sz="half" idx="2"/>
          </p:nvPr>
        </p:nvSpPr>
        <p:spPr bwMode="auto">
          <a:xfrm>
            <a:off x="457200" y="2174874"/>
            <a:ext cx="404018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484382213" name="Text Placeholder 4"/>
          <p:cNvSpPr>
            <a:spLocks noGrp="1"/>
          </p:cNvSpPr>
          <p:nvPr>
            <p:ph type="body" sz="quarter" idx="3"/>
          </p:nvPr>
        </p:nvSpPr>
        <p:spPr bwMode="auto">
          <a:xfrm>
            <a:off x="4645029" y="1535113"/>
            <a:ext cx="404177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a:t>Click to edit Master text styles</a:t>
            </a:r>
            <a:endParaRPr/>
          </a:p>
        </p:txBody>
      </p:sp>
      <p:sp>
        <p:nvSpPr>
          <p:cNvPr id="836151018" name="Content Placeholder 5"/>
          <p:cNvSpPr>
            <a:spLocks noGrp="1"/>
          </p:cNvSpPr>
          <p:nvPr>
            <p:ph sz="quarter" idx="4"/>
          </p:nvPr>
        </p:nvSpPr>
        <p:spPr bwMode="auto">
          <a:xfrm>
            <a:off x="4645029" y="2174874"/>
            <a:ext cx="404177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687658477" name="Date Placeholder 6"/>
          <p:cNvSpPr>
            <a:spLocks noGrp="1"/>
          </p:cNvSpPr>
          <p:nvPr>
            <p:ph type="dt" sz="half" idx="10"/>
          </p:nvPr>
        </p:nvSpPr>
        <p:spPr bwMode="auto"/>
        <p:txBody>
          <a:bodyPr/>
          <a:lstStyle/>
          <a:p>
            <a:pPr>
              <a:defRPr/>
            </a:pPr>
            <a:fld id="{D328A2AD-CA6C-4CEE-80DD-5B3591997DB0}" type="datetimeFigureOut">
              <a:rPr/>
              <a:t>22.10.2013</a:t>
            </a:fld>
            <a:endParaRPr/>
          </a:p>
        </p:txBody>
      </p:sp>
      <p:sp>
        <p:nvSpPr>
          <p:cNvPr id="1026678226" name="Footer Placeholder 7"/>
          <p:cNvSpPr>
            <a:spLocks noGrp="1"/>
          </p:cNvSpPr>
          <p:nvPr>
            <p:ph type="ftr" sz="quarter" idx="11"/>
          </p:nvPr>
        </p:nvSpPr>
        <p:spPr bwMode="auto"/>
        <p:txBody>
          <a:bodyPr/>
          <a:lstStyle/>
          <a:p>
            <a:pPr>
              <a:defRPr/>
            </a:pPr>
            <a:endParaRPr/>
          </a:p>
        </p:txBody>
      </p:sp>
      <p:sp>
        <p:nvSpPr>
          <p:cNvPr id="2127893417" name="Slide Number Placeholder 8"/>
          <p:cNvSpPr>
            <a:spLocks noGrp="1"/>
          </p:cNvSpPr>
          <p:nvPr>
            <p:ph type="sldNum" sz="quarter" idx="12"/>
          </p:nvPr>
        </p:nvSpPr>
        <p:spPr bwMode="auto"/>
        <p:txBody>
          <a:bodyPr/>
          <a:lstStyle/>
          <a:p>
            <a:pPr>
              <a:defRPr/>
            </a:pPr>
            <a:fld id="{9F5014F7-E485-415F-A69C-6237A648DEF6}" type="slidenum">
              <a:r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370148294" name="Title 1"/>
          <p:cNvSpPr>
            <a:spLocks noGrp="1"/>
          </p:cNvSpPr>
          <p:nvPr>
            <p:ph type="title"/>
          </p:nvPr>
        </p:nvSpPr>
        <p:spPr bwMode="auto"/>
        <p:txBody>
          <a:bodyPr/>
          <a:lstStyle/>
          <a:p>
            <a:pPr>
              <a:defRPr/>
            </a:pPr>
            <a:r>
              <a:rPr/>
              <a:t>Click to edit Master title style</a:t>
            </a:r>
            <a:endParaRPr/>
          </a:p>
        </p:txBody>
      </p:sp>
      <p:sp>
        <p:nvSpPr>
          <p:cNvPr id="511143504" name="Date Placeholder 2"/>
          <p:cNvSpPr>
            <a:spLocks noGrp="1"/>
          </p:cNvSpPr>
          <p:nvPr>
            <p:ph type="dt" sz="half" idx="10"/>
          </p:nvPr>
        </p:nvSpPr>
        <p:spPr bwMode="auto"/>
        <p:txBody>
          <a:bodyPr/>
          <a:lstStyle/>
          <a:p>
            <a:pPr>
              <a:defRPr/>
            </a:pPr>
            <a:fld id="{D328A2AD-CA6C-4CEE-80DD-5B3591997DB0}" type="datetimeFigureOut">
              <a:rPr/>
              <a:t>22.10.2013</a:t>
            </a:fld>
            <a:endParaRPr/>
          </a:p>
        </p:txBody>
      </p:sp>
      <p:sp>
        <p:nvSpPr>
          <p:cNvPr id="2097997046" name="Footer Placeholder 3"/>
          <p:cNvSpPr>
            <a:spLocks noGrp="1"/>
          </p:cNvSpPr>
          <p:nvPr>
            <p:ph type="ftr" sz="quarter" idx="11"/>
          </p:nvPr>
        </p:nvSpPr>
        <p:spPr bwMode="auto"/>
        <p:txBody>
          <a:bodyPr/>
          <a:lstStyle/>
          <a:p>
            <a:pPr>
              <a:defRPr/>
            </a:pPr>
            <a:endParaRPr/>
          </a:p>
        </p:txBody>
      </p:sp>
      <p:sp>
        <p:nvSpPr>
          <p:cNvPr id="1284434328" name="Slide Number Placeholder 4"/>
          <p:cNvSpPr>
            <a:spLocks noGrp="1"/>
          </p:cNvSpPr>
          <p:nvPr>
            <p:ph type="sldNum" sz="quarter" idx="12"/>
          </p:nvPr>
        </p:nvSpPr>
        <p:spPr bwMode="auto"/>
        <p:txBody>
          <a:bodyPr/>
          <a:lstStyle/>
          <a:p>
            <a:pPr>
              <a:defRPr/>
            </a:pPr>
            <a:fld id="{9F5014F7-E485-415F-A69C-6237A648DEF6}" type="slidenum">
              <a:r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479635729" name="Date Placeholder 1"/>
          <p:cNvSpPr>
            <a:spLocks noGrp="1"/>
          </p:cNvSpPr>
          <p:nvPr>
            <p:ph type="dt" sz="half" idx="10"/>
          </p:nvPr>
        </p:nvSpPr>
        <p:spPr bwMode="auto"/>
        <p:txBody>
          <a:bodyPr/>
          <a:lstStyle/>
          <a:p>
            <a:pPr>
              <a:defRPr/>
            </a:pPr>
            <a:fld id="{D328A2AD-CA6C-4CEE-80DD-5B3591997DB0}" type="datetimeFigureOut">
              <a:rPr/>
              <a:t>22.10.2013</a:t>
            </a:fld>
            <a:endParaRPr/>
          </a:p>
        </p:txBody>
      </p:sp>
      <p:sp>
        <p:nvSpPr>
          <p:cNvPr id="1328559223" name="Footer Placeholder 2"/>
          <p:cNvSpPr>
            <a:spLocks noGrp="1"/>
          </p:cNvSpPr>
          <p:nvPr>
            <p:ph type="ftr" sz="quarter" idx="11"/>
          </p:nvPr>
        </p:nvSpPr>
        <p:spPr bwMode="auto"/>
        <p:txBody>
          <a:bodyPr/>
          <a:lstStyle/>
          <a:p>
            <a:pPr>
              <a:defRPr/>
            </a:pPr>
            <a:endParaRPr/>
          </a:p>
        </p:txBody>
      </p:sp>
      <p:sp>
        <p:nvSpPr>
          <p:cNvPr id="272566628" name="Slide Number Placeholder 3"/>
          <p:cNvSpPr>
            <a:spLocks noGrp="1"/>
          </p:cNvSpPr>
          <p:nvPr>
            <p:ph type="sldNum" sz="quarter" idx="12"/>
          </p:nvPr>
        </p:nvSpPr>
        <p:spPr bwMode="auto"/>
        <p:txBody>
          <a:bodyPr/>
          <a:lstStyle/>
          <a:p>
            <a:pPr>
              <a:defRPr/>
            </a:pPr>
            <a:fld id="{9F5014F7-E485-415F-A69C-6237A648DEF6}" type="slidenum">
              <a:r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36566268" name="Title 1"/>
          <p:cNvSpPr>
            <a:spLocks noGrp="1"/>
          </p:cNvSpPr>
          <p:nvPr>
            <p:ph type="title"/>
          </p:nvPr>
        </p:nvSpPr>
        <p:spPr bwMode="auto">
          <a:xfrm>
            <a:off x="457204" y="273049"/>
            <a:ext cx="3008313" cy="1162050"/>
          </a:xfrm>
        </p:spPr>
        <p:txBody>
          <a:bodyPr anchor="b"/>
          <a:lstStyle>
            <a:lvl1pPr algn="l">
              <a:defRPr sz="2000" b="1"/>
            </a:lvl1pPr>
          </a:lstStyle>
          <a:p>
            <a:pPr>
              <a:defRPr/>
            </a:pPr>
            <a:r>
              <a:rPr/>
              <a:t>Click to edit Master title style</a:t>
            </a:r>
            <a:endParaRPr/>
          </a:p>
        </p:txBody>
      </p:sp>
      <p:sp>
        <p:nvSpPr>
          <p:cNvPr id="442100682" name="Content Placeholder 2"/>
          <p:cNvSpPr>
            <a:spLocks noGrp="1"/>
          </p:cNvSpPr>
          <p:nvPr>
            <p:ph idx="1"/>
          </p:nvPr>
        </p:nvSpPr>
        <p:spPr bwMode="auto">
          <a:xfrm>
            <a:off x="3575049" y="273053"/>
            <a:ext cx="511174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179109798" name="Text Placeholder 3"/>
          <p:cNvSpPr>
            <a:spLocks noGrp="1"/>
          </p:cNvSpPr>
          <p:nvPr>
            <p:ph type="body" sz="half" idx="2"/>
          </p:nvPr>
        </p:nvSpPr>
        <p:spPr bwMode="auto">
          <a:xfrm>
            <a:off x="457204" y="1435103"/>
            <a:ext cx="3008313" cy="46910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a:t>Click to edit Master text styles</a:t>
            </a:r>
            <a:endParaRPr/>
          </a:p>
        </p:txBody>
      </p:sp>
      <p:sp>
        <p:nvSpPr>
          <p:cNvPr id="1428890312" name="Date Placeholder 4"/>
          <p:cNvSpPr>
            <a:spLocks noGrp="1"/>
          </p:cNvSpPr>
          <p:nvPr>
            <p:ph type="dt" sz="half" idx="10"/>
          </p:nvPr>
        </p:nvSpPr>
        <p:spPr bwMode="auto"/>
        <p:txBody>
          <a:bodyPr/>
          <a:lstStyle/>
          <a:p>
            <a:pPr>
              <a:defRPr/>
            </a:pPr>
            <a:fld id="{D328A2AD-CA6C-4CEE-80DD-5B3591997DB0}" type="datetimeFigureOut">
              <a:rPr/>
              <a:t>22.10.2013</a:t>
            </a:fld>
            <a:endParaRPr/>
          </a:p>
        </p:txBody>
      </p:sp>
      <p:sp>
        <p:nvSpPr>
          <p:cNvPr id="1102501831" name="Footer Placeholder 5"/>
          <p:cNvSpPr>
            <a:spLocks noGrp="1"/>
          </p:cNvSpPr>
          <p:nvPr>
            <p:ph type="ftr" sz="quarter" idx="11"/>
          </p:nvPr>
        </p:nvSpPr>
        <p:spPr bwMode="auto"/>
        <p:txBody>
          <a:bodyPr/>
          <a:lstStyle/>
          <a:p>
            <a:pPr>
              <a:defRPr/>
            </a:pPr>
            <a:endParaRPr/>
          </a:p>
        </p:txBody>
      </p:sp>
      <p:sp>
        <p:nvSpPr>
          <p:cNvPr id="2087664626" name="Slide Number Placeholder 6"/>
          <p:cNvSpPr>
            <a:spLocks noGrp="1"/>
          </p:cNvSpPr>
          <p:nvPr>
            <p:ph type="sldNum" sz="quarter" idx="12"/>
          </p:nvPr>
        </p:nvSpPr>
        <p:spPr bwMode="auto"/>
        <p:txBody>
          <a:bodyPr/>
          <a:lstStyle/>
          <a:p>
            <a:pPr>
              <a:defRPr/>
            </a:pPr>
            <a:fld id="{9F5014F7-E485-415F-A69C-6237A648DEF6}" type="slidenum">
              <a:r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687197442" name="Title 1"/>
          <p:cNvSpPr>
            <a:spLocks noGrp="1"/>
          </p:cNvSpPr>
          <p:nvPr>
            <p:ph type="title"/>
          </p:nvPr>
        </p:nvSpPr>
        <p:spPr bwMode="auto">
          <a:xfrm>
            <a:off x="1792287" y="4800601"/>
            <a:ext cx="5486400" cy="566738"/>
          </a:xfrm>
        </p:spPr>
        <p:txBody>
          <a:bodyPr anchor="b"/>
          <a:lstStyle>
            <a:lvl1pPr algn="l">
              <a:defRPr sz="2000" b="1"/>
            </a:lvl1pPr>
          </a:lstStyle>
          <a:p>
            <a:pPr>
              <a:defRPr/>
            </a:pPr>
            <a:r>
              <a:rPr/>
              <a:t>Click to edit Master title style</a:t>
            </a:r>
            <a:endParaRPr/>
          </a:p>
        </p:txBody>
      </p:sp>
      <p:sp>
        <p:nvSpPr>
          <p:cNvPr id="568345411" name="Picture Placeholder 2"/>
          <p:cNvSpPr>
            <a:spLocks noGrp="1"/>
          </p:cNvSpPr>
          <p:nvPr>
            <p:ph type="pic" idx="1"/>
          </p:nvPr>
        </p:nvSpPr>
        <p:spPr bwMode="auto">
          <a:xfrm>
            <a:off x="1792287" y="612774"/>
            <a:ext cx="5486400" cy="41147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a:p>
        </p:txBody>
      </p:sp>
      <p:sp>
        <p:nvSpPr>
          <p:cNvPr id="1663646604" name="Text Placeholder 3"/>
          <p:cNvSpPr>
            <a:spLocks noGrp="1"/>
          </p:cNvSpPr>
          <p:nvPr>
            <p:ph type="body" sz="half" idx="2"/>
          </p:nvPr>
        </p:nvSpPr>
        <p:spPr bwMode="auto">
          <a:xfrm>
            <a:off x="1792287"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a:t>Click to edit Master text styles</a:t>
            </a:r>
            <a:endParaRPr/>
          </a:p>
        </p:txBody>
      </p:sp>
      <p:sp>
        <p:nvSpPr>
          <p:cNvPr id="1920958210" name="Date Placeholder 4"/>
          <p:cNvSpPr>
            <a:spLocks noGrp="1"/>
          </p:cNvSpPr>
          <p:nvPr>
            <p:ph type="dt" sz="half" idx="10"/>
          </p:nvPr>
        </p:nvSpPr>
        <p:spPr bwMode="auto"/>
        <p:txBody>
          <a:bodyPr/>
          <a:lstStyle/>
          <a:p>
            <a:pPr>
              <a:defRPr/>
            </a:pPr>
            <a:fld id="{D328A2AD-CA6C-4CEE-80DD-5B3591997DB0}" type="datetimeFigureOut">
              <a:rPr/>
              <a:t>22.10.2013</a:t>
            </a:fld>
            <a:endParaRPr/>
          </a:p>
        </p:txBody>
      </p:sp>
      <p:sp>
        <p:nvSpPr>
          <p:cNvPr id="381973512" name="Footer Placeholder 5"/>
          <p:cNvSpPr>
            <a:spLocks noGrp="1"/>
          </p:cNvSpPr>
          <p:nvPr>
            <p:ph type="ftr" sz="quarter" idx="11"/>
          </p:nvPr>
        </p:nvSpPr>
        <p:spPr bwMode="auto"/>
        <p:txBody>
          <a:bodyPr/>
          <a:lstStyle/>
          <a:p>
            <a:pPr>
              <a:defRPr/>
            </a:pPr>
            <a:endParaRPr/>
          </a:p>
        </p:txBody>
      </p:sp>
      <p:sp>
        <p:nvSpPr>
          <p:cNvPr id="1697061291" name="Slide Number Placeholder 6"/>
          <p:cNvSpPr>
            <a:spLocks noGrp="1"/>
          </p:cNvSpPr>
          <p:nvPr>
            <p:ph type="sldNum" sz="quarter" idx="12"/>
          </p:nvPr>
        </p:nvSpPr>
        <p:spPr bwMode="auto"/>
        <p:txBody>
          <a:bodyPr/>
          <a:lstStyle/>
          <a:p>
            <a:pPr>
              <a:defRPr/>
            </a:pPr>
            <a:fld id="{9F5014F7-E485-415F-A69C-6237A648DEF6}" type="slidenum">
              <a:r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221139910" name="Title 1"/>
          <p:cNvSpPr>
            <a:spLocks noGrp="1"/>
          </p:cNvSpPr>
          <p:nvPr>
            <p:ph type="title"/>
          </p:nvPr>
        </p:nvSpPr>
        <p:spPr bwMode="auto"/>
        <p:txBody>
          <a:bodyPr/>
          <a:lstStyle/>
          <a:p>
            <a:pPr>
              <a:defRPr/>
            </a:pPr>
            <a:r>
              <a:rPr/>
              <a:t>Click to edit Master title style</a:t>
            </a:r>
            <a:endParaRPr/>
          </a:p>
        </p:txBody>
      </p:sp>
      <p:sp>
        <p:nvSpPr>
          <p:cNvPr id="1795771012" name="Vertical Text Placeholder 2"/>
          <p:cNvSpPr>
            <a:spLocks noGrp="1"/>
          </p:cNvSpPr>
          <p:nvPr>
            <p:ph type="body" orient="vert" idx="1"/>
          </p:nvPr>
        </p:nvSpPr>
        <p:spPr bwMode="auto"/>
        <p:txBody>
          <a:bodyPr vert="eaVert"/>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666625751" name="Date Placeholder 3"/>
          <p:cNvSpPr>
            <a:spLocks noGrp="1"/>
          </p:cNvSpPr>
          <p:nvPr>
            <p:ph type="dt" sz="half" idx="10"/>
          </p:nvPr>
        </p:nvSpPr>
        <p:spPr bwMode="auto"/>
        <p:txBody>
          <a:bodyPr/>
          <a:lstStyle/>
          <a:p>
            <a:pPr>
              <a:defRPr/>
            </a:pPr>
            <a:fld id="{D328A2AD-CA6C-4CEE-80DD-5B3591997DB0}" type="datetimeFigureOut">
              <a:rPr/>
              <a:t>22.10.2013</a:t>
            </a:fld>
            <a:endParaRPr/>
          </a:p>
        </p:txBody>
      </p:sp>
      <p:sp>
        <p:nvSpPr>
          <p:cNvPr id="944594627" name="Footer Placeholder 4"/>
          <p:cNvSpPr>
            <a:spLocks noGrp="1"/>
          </p:cNvSpPr>
          <p:nvPr>
            <p:ph type="ftr" sz="quarter" idx="11"/>
          </p:nvPr>
        </p:nvSpPr>
        <p:spPr bwMode="auto"/>
        <p:txBody>
          <a:bodyPr/>
          <a:lstStyle/>
          <a:p>
            <a:pPr>
              <a:defRPr/>
            </a:pPr>
            <a:endParaRPr/>
          </a:p>
        </p:txBody>
      </p:sp>
      <p:sp>
        <p:nvSpPr>
          <p:cNvPr id="1424819231" name="Slide Number Placeholder 5"/>
          <p:cNvSpPr>
            <a:spLocks noGrp="1"/>
          </p:cNvSpPr>
          <p:nvPr>
            <p:ph type="sldNum" sz="quarter" idx="12"/>
          </p:nvPr>
        </p:nvSpPr>
        <p:spPr bwMode="auto"/>
        <p:txBody>
          <a:bodyPr/>
          <a:lstStyle/>
          <a:p>
            <a:pPr>
              <a:defRPr/>
            </a:pPr>
            <a:fld id="{9F5014F7-E485-415F-A69C-6237A648DEF6}" type="slidenum">
              <a:r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685489996" name="Vertical Title 1"/>
          <p:cNvSpPr>
            <a:spLocks noGrp="1"/>
          </p:cNvSpPr>
          <p:nvPr>
            <p:ph type="title" orient="vert"/>
          </p:nvPr>
        </p:nvSpPr>
        <p:spPr bwMode="auto">
          <a:xfrm>
            <a:off x="6629400" y="274639"/>
            <a:ext cx="2057400" cy="5851525"/>
          </a:xfrm>
        </p:spPr>
        <p:txBody>
          <a:bodyPr vert="eaVert"/>
          <a:lstStyle>
            <a:lvl1pPr algn="l">
              <a:defRPr/>
            </a:lvl1pPr>
          </a:lstStyle>
          <a:p>
            <a:pPr>
              <a:defRPr/>
            </a:pPr>
            <a:r>
              <a:rPr/>
              <a:t>Click to edit Master title style</a:t>
            </a:r>
            <a:endParaRPr/>
          </a:p>
        </p:txBody>
      </p:sp>
      <p:sp>
        <p:nvSpPr>
          <p:cNvPr id="951370192" name="Vertical Text Placeholder 2"/>
          <p:cNvSpPr>
            <a:spLocks noGrp="1"/>
          </p:cNvSpPr>
          <p:nvPr>
            <p:ph type="body" orient="vert" idx="1"/>
          </p:nvPr>
        </p:nvSpPr>
        <p:spPr bwMode="auto">
          <a:xfrm>
            <a:off x="457200" y="274639"/>
            <a:ext cx="6019799" cy="5851525"/>
          </a:xfrm>
        </p:spPr>
        <p:txBody>
          <a:bodyPr vert="eaVert"/>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677277169" name="Date Placeholder 3"/>
          <p:cNvSpPr>
            <a:spLocks noGrp="1"/>
          </p:cNvSpPr>
          <p:nvPr>
            <p:ph type="dt" sz="half" idx="10"/>
          </p:nvPr>
        </p:nvSpPr>
        <p:spPr bwMode="auto"/>
        <p:txBody>
          <a:bodyPr/>
          <a:lstStyle/>
          <a:p>
            <a:pPr>
              <a:defRPr/>
            </a:pPr>
            <a:fld id="{D328A2AD-CA6C-4CEE-80DD-5B3591997DB0}" type="datetimeFigureOut">
              <a:rPr/>
              <a:t>22.10.2013</a:t>
            </a:fld>
            <a:endParaRPr/>
          </a:p>
        </p:txBody>
      </p:sp>
      <p:sp>
        <p:nvSpPr>
          <p:cNvPr id="1429299393" name="Footer Placeholder 4"/>
          <p:cNvSpPr>
            <a:spLocks noGrp="1"/>
          </p:cNvSpPr>
          <p:nvPr>
            <p:ph type="ftr" sz="quarter" idx="11"/>
          </p:nvPr>
        </p:nvSpPr>
        <p:spPr bwMode="auto"/>
        <p:txBody>
          <a:bodyPr/>
          <a:lstStyle/>
          <a:p>
            <a:pPr>
              <a:defRPr/>
            </a:pPr>
            <a:endParaRPr/>
          </a:p>
        </p:txBody>
      </p:sp>
      <p:sp>
        <p:nvSpPr>
          <p:cNvPr id="932385954" name="Slide Number Placeholder 5"/>
          <p:cNvSpPr>
            <a:spLocks noGrp="1"/>
          </p:cNvSpPr>
          <p:nvPr>
            <p:ph type="sldNum" sz="quarter" idx="12"/>
          </p:nvPr>
        </p:nvSpPr>
        <p:spPr bwMode="auto"/>
        <p:txBody>
          <a:bodyPr/>
          <a:lstStyle/>
          <a:p>
            <a:pPr>
              <a:defRPr/>
            </a:pPr>
            <a:fld id="{9F5014F7-E485-415F-A69C-6237A648DEF6}" type="slidenum">
              <a:rPr/>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805149463" name="Shape 1058"/>
          <p:cNvSpPr>
            <a:spLocks noChangeArrowheads="1" noGrp="1"/>
          </p:cNvSpPr>
          <p:nvPr userDrawn="1"/>
        </p:nvSpPr>
        <p:spPr bwMode="auto">
          <a:xfrm>
            <a:off x="0" y="2"/>
            <a:ext cx="9144000" cy="6838950"/>
          </a:xfrm>
          <a:custGeom>
            <a:avLst/>
            <a:gdLst/>
            <a:ahLst/>
            <a:cxnLst/>
            <a:rect l="l" t="t" r="r" b="b"/>
            <a:pathLst>
              <a:path w="43200" h="43200" fill="norm" stroke="0" extrusionOk="0">
                <a:moveTo>
                  <a:pt x="0" y="30392"/>
                </a:moveTo>
                <a:lnTo>
                  <a:pt x="0" y="30392"/>
                </a:lnTo>
                <a:cubicBezTo>
                  <a:pt x="0" y="30392"/>
                  <a:pt x="30246" y="52055"/>
                  <a:pt x="43200" y="35131"/>
                </a:cubicBezTo>
                <a:lnTo>
                  <a:pt x="43200" y="0"/>
                </a:lnTo>
                <a:lnTo>
                  <a:pt x="0" y="0"/>
                </a:lnTo>
                <a:lnTo>
                  <a:pt x="0" y="30392"/>
                </a:lnTo>
                <a:close/>
              </a:path>
            </a:pathLst>
          </a:custGeom>
          <a:solidFill>
            <a:schemeClr val="accent1"/>
          </a:solidFill>
          <a:ln w="9524">
            <a:solidFill>
              <a:srgbClr val="000000"/>
            </a:solidFill>
            <a:round/>
            <a:headEnd/>
            <a:tailEnd/>
          </a:ln>
        </p:spPr>
      </p:sp>
      <p:sp>
        <p:nvSpPr>
          <p:cNvPr id="1558917759" name="Shape 1059"/>
          <p:cNvSpPr>
            <a:spLocks noChangeArrowheads="1" noGrp="1"/>
          </p:cNvSpPr>
          <p:nvPr userDrawn="1"/>
        </p:nvSpPr>
        <p:spPr bwMode="auto">
          <a:xfrm>
            <a:off x="0" y="2"/>
            <a:ext cx="9144000" cy="6838950"/>
          </a:xfrm>
          <a:custGeom>
            <a:avLst/>
            <a:gdLst/>
            <a:ahLst/>
            <a:cxnLst/>
            <a:rect l="l" t="t" r="r" b="b"/>
            <a:pathLst>
              <a:path w="43200" h="43200" fill="none" stroke="1" extrusionOk="0">
                <a:moveTo>
                  <a:pt x="-22" y="30392"/>
                </a:moveTo>
                <a:lnTo>
                  <a:pt x="-22" y="30392"/>
                </a:lnTo>
                <a:cubicBezTo>
                  <a:pt x="-22" y="30392"/>
                  <a:pt x="30330" y="52055"/>
                  <a:pt x="43245" y="35131"/>
                </a:cubicBezTo>
              </a:path>
            </a:pathLst>
          </a:custGeom>
          <a:solidFill>
            <a:srgbClr val="FFFFFF"/>
          </a:solidFill>
          <a:ln w="7560">
            <a:solidFill>
              <a:srgbClr val="FFFFFF"/>
            </a:solidFill>
            <a:round/>
            <a:headEnd/>
            <a:tailEnd/>
          </a:ln>
        </p:spPr>
      </p:sp>
      <p:sp>
        <p:nvSpPr>
          <p:cNvPr id="1922499121" name="Shape 1060"/>
          <p:cNvSpPr>
            <a:spLocks noChangeArrowheads="1" noGrp="1"/>
          </p:cNvSpPr>
          <p:nvPr userDrawn="1"/>
        </p:nvSpPr>
        <p:spPr bwMode="auto">
          <a:xfrm>
            <a:off x="0" y="2"/>
            <a:ext cx="9144000" cy="6838950"/>
          </a:xfrm>
          <a:custGeom>
            <a:avLst/>
            <a:gdLst/>
            <a:ahLst/>
            <a:cxnLst/>
            <a:rect l="l" t="t" r="r" b="b"/>
            <a:pathLst>
              <a:path w="43200" h="43200" fill="none" stroke="1" extrusionOk="0">
                <a:moveTo>
                  <a:pt x="-22" y="29977"/>
                </a:moveTo>
                <a:lnTo>
                  <a:pt x="-22" y="29977"/>
                </a:lnTo>
                <a:cubicBezTo>
                  <a:pt x="-22" y="29977"/>
                  <a:pt x="29238" y="51595"/>
                  <a:pt x="43239" y="32973"/>
                </a:cubicBezTo>
              </a:path>
            </a:pathLst>
          </a:custGeom>
          <a:solidFill>
            <a:srgbClr val="FFFFFF"/>
          </a:solidFill>
          <a:ln w="6930">
            <a:solidFill>
              <a:srgbClr val="FFFFFF">
                <a:alpha val="0"/>
              </a:srgbClr>
            </a:solidFill>
            <a:round/>
            <a:headEnd/>
            <a:tailEnd/>
          </a:ln>
        </p:spPr>
      </p:sp>
      <p:sp>
        <p:nvSpPr>
          <p:cNvPr id="1662127143" name="Shape 1061"/>
          <p:cNvSpPr>
            <a:spLocks noChangeArrowheads="1" noGrp="1"/>
          </p:cNvSpPr>
          <p:nvPr userDrawn="1"/>
        </p:nvSpPr>
        <p:spPr bwMode="auto">
          <a:xfrm>
            <a:off x="0" y="2"/>
            <a:ext cx="9144000" cy="6838950"/>
          </a:xfrm>
          <a:custGeom>
            <a:avLst/>
            <a:gdLst/>
            <a:ahLst/>
            <a:cxnLst/>
            <a:rect l="l" t="t" r="r" b="b"/>
            <a:pathLst>
              <a:path w="43200" h="43200" fill="none" stroke="1" extrusionOk="0">
                <a:moveTo>
                  <a:pt x="-22" y="29562"/>
                </a:moveTo>
                <a:lnTo>
                  <a:pt x="-22" y="29562"/>
                </a:lnTo>
                <a:cubicBezTo>
                  <a:pt x="-22" y="29562"/>
                  <a:pt x="28147" y="51135"/>
                  <a:pt x="43233" y="30816"/>
                </a:cubicBezTo>
              </a:path>
            </a:pathLst>
          </a:custGeom>
          <a:solidFill>
            <a:srgbClr val="FFFFFF"/>
          </a:solidFill>
          <a:ln w="6300">
            <a:solidFill>
              <a:srgbClr val="FFFFFF">
                <a:alpha val="77254"/>
              </a:srgbClr>
            </a:solidFill>
            <a:round/>
            <a:headEnd/>
            <a:tailEnd/>
          </a:ln>
        </p:spPr>
      </p:sp>
      <p:sp>
        <p:nvSpPr>
          <p:cNvPr id="107613841" name="Shape 1062"/>
          <p:cNvSpPr>
            <a:spLocks noChangeArrowheads="1" noGrp="1"/>
          </p:cNvSpPr>
          <p:nvPr userDrawn="1"/>
        </p:nvSpPr>
        <p:spPr bwMode="auto">
          <a:xfrm>
            <a:off x="0" y="2"/>
            <a:ext cx="9144000" cy="6838950"/>
          </a:xfrm>
          <a:custGeom>
            <a:avLst/>
            <a:gdLst/>
            <a:ahLst/>
            <a:cxnLst/>
            <a:rect l="l" t="t" r="r" b="b"/>
            <a:pathLst>
              <a:path w="43200" h="43200" fill="none" stroke="1" extrusionOk="0">
                <a:moveTo>
                  <a:pt x="-22" y="29147"/>
                </a:moveTo>
                <a:lnTo>
                  <a:pt x="-22" y="29147"/>
                </a:lnTo>
                <a:cubicBezTo>
                  <a:pt x="-22" y="29147"/>
                  <a:pt x="27056" y="50675"/>
                  <a:pt x="43228" y="28658"/>
                </a:cubicBezTo>
              </a:path>
            </a:pathLst>
          </a:custGeom>
          <a:solidFill>
            <a:srgbClr val="FFFFFF"/>
          </a:solidFill>
          <a:ln w="5670">
            <a:solidFill>
              <a:srgbClr val="FFFFFF">
                <a:alpha val="65882"/>
              </a:srgbClr>
            </a:solidFill>
            <a:round/>
            <a:headEnd/>
            <a:tailEnd/>
          </a:ln>
        </p:spPr>
      </p:sp>
      <p:sp>
        <p:nvSpPr>
          <p:cNvPr id="1824683241" name="Shape 1063"/>
          <p:cNvSpPr>
            <a:spLocks noChangeArrowheads="1" noGrp="1"/>
          </p:cNvSpPr>
          <p:nvPr userDrawn="1"/>
        </p:nvSpPr>
        <p:spPr bwMode="auto">
          <a:xfrm>
            <a:off x="0" y="2"/>
            <a:ext cx="9144000" cy="6838950"/>
          </a:xfrm>
          <a:custGeom>
            <a:avLst/>
            <a:gdLst/>
            <a:ahLst/>
            <a:cxnLst/>
            <a:rect l="l" t="t" r="r" b="b"/>
            <a:pathLst>
              <a:path w="43200" h="43200" fill="none" stroke="1" extrusionOk="0">
                <a:moveTo>
                  <a:pt x="-22" y="28733"/>
                </a:moveTo>
                <a:lnTo>
                  <a:pt x="-22" y="28733"/>
                </a:lnTo>
                <a:cubicBezTo>
                  <a:pt x="-22" y="28733"/>
                  <a:pt x="25965" y="50214"/>
                  <a:pt x="43222" y="26500"/>
                </a:cubicBezTo>
              </a:path>
            </a:pathLst>
          </a:custGeom>
          <a:solidFill>
            <a:srgbClr val="FFFFFF"/>
          </a:solidFill>
          <a:ln w="5040">
            <a:solidFill>
              <a:srgbClr val="FFFFFF">
                <a:alpha val="54900"/>
              </a:srgbClr>
            </a:solidFill>
            <a:round/>
            <a:headEnd/>
            <a:tailEnd/>
          </a:ln>
        </p:spPr>
      </p:sp>
      <p:sp>
        <p:nvSpPr>
          <p:cNvPr id="1899565586" name="Shape 1064"/>
          <p:cNvSpPr>
            <a:spLocks noChangeArrowheads="1" noGrp="1"/>
          </p:cNvSpPr>
          <p:nvPr userDrawn="1"/>
        </p:nvSpPr>
        <p:spPr bwMode="auto">
          <a:xfrm>
            <a:off x="0" y="2"/>
            <a:ext cx="9144000" cy="6838950"/>
          </a:xfrm>
          <a:custGeom>
            <a:avLst/>
            <a:gdLst/>
            <a:ahLst/>
            <a:cxnLst/>
            <a:rect l="l" t="t" r="r" b="b"/>
            <a:pathLst>
              <a:path w="43200" h="43200" fill="none" stroke="1" extrusionOk="0">
                <a:moveTo>
                  <a:pt x="-22" y="28319"/>
                </a:moveTo>
                <a:lnTo>
                  <a:pt x="-22" y="28319"/>
                </a:lnTo>
                <a:cubicBezTo>
                  <a:pt x="-22" y="28319"/>
                  <a:pt x="24873" y="49754"/>
                  <a:pt x="43216" y="24342"/>
                </a:cubicBezTo>
              </a:path>
            </a:pathLst>
          </a:custGeom>
          <a:solidFill>
            <a:srgbClr val="FFFFFF"/>
          </a:solidFill>
          <a:ln w="4410">
            <a:solidFill>
              <a:srgbClr val="FFFFFF">
                <a:alpha val="43529"/>
              </a:srgbClr>
            </a:solidFill>
            <a:round/>
            <a:headEnd/>
            <a:tailEnd/>
          </a:ln>
        </p:spPr>
      </p:sp>
      <p:sp>
        <p:nvSpPr>
          <p:cNvPr id="672744587" name="Shape 1065"/>
          <p:cNvSpPr>
            <a:spLocks noChangeArrowheads="1" noGrp="1"/>
          </p:cNvSpPr>
          <p:nvPr userDrawn="1"/>
        </p:nvSpPr>
        <p:spPr bwMode="auto">
          <a:xfrm>
            <a:off x="0" y="2"/>
            <a:ext cx="9144000" cy="6838950"/>
          </a:xfrm>
          <a:custGeom>
            <a:avLst/>
            <a:gdLst/>
            <a:ahLst/>
            <a:cxnLst/>
            <a:rect l="l" t="t" r="r" b="b"/>
            <a:pathLst>
              <a:path w="43200" h="43200" fill="none" stroke="1" extrusionOk="0">
                <a:moveTo>
                  <a:pt x="-22" y="27904"/>
                </a:moveTo>
                <a:lnTo>
                  <a:pt x="-22" y="27904"/>
                </a:lnTo>
                <a:cubicBezTo>
                  <a:pt x="-22" y="27904"/>
                  <a:pt x="23782" y="49294"/>
                  <a:pt x="43211" y="22185"/>
                </a:cubicBezTo>
              </a:path>
            </a:pathLst>
          </a:custGeom>
          <a:solidFill>
            <a:srgbClr val="FFFFFF"/>
          </a:solidFill>
          <a:ln w="3780">
            <a:solidFill>
              <a:srgbClr val="FFFFFF">
                <a:alpha val="32156"/>
              </a:srgbClr>
            </a:solidFill>
            <a:round/>
            <a:headEnd/>
            <a:tailEnd/>
          </a:ln>
        </p:spPr>
      </p:sp>
      <p:sp>
        <p:nvSpPr>
          <p:cNvPr id="711858282" name="Shape 1066"/>
          <p:cNvSpPr>
            <a:spLocks noChangeArrowheads="1" noGrp="1"/>
          </p:cNvSpPr>
          <p:nvPr userDrawn="1"/>
        </p:nvSpPr>
        <p:spPr bwMode="auto">
          <a:xfrm>
            <a:off x="0" y="2"/>
            <a:ext cx="9144000" cy="6838950"/>
          </a:xfrm>
          <a:custGeom>
            <a:avLst/>
            <a:gdLst/>
            <a:ahLst/>
            <a:cxnLst/>
            <a:rect l="l" t="t" r="r" b="b"/>
            <a:pathLst>
              <a:path w="43200" h="43200" fill="none" stroke="1" extrusionOk="0">
                <a:moveTo>
                  <a:pt x="-22" y="27489"/>
                </a:moveTo>
                <a:lnTo>
                  <a:pt x="-22" y="27489"/>
                </a:lnTo>
                <a:cubicBezTo>
                  <a:pt x="-22" y="27489"/>
                  <a:pt x="22691" y="48834"/>
                  <a:pt x="43205" y="20027"/>
                </a:cubicBezTo>
              </a:path>
            </a:pathLst>
          </a:custGeom>
          <a:solidFill>
            <a:srgbClr val="FFFFFF"/>
          </a:solidFill>
          <a:ln w="3150">
            <a:solidFill>
              <a:srgbClr val="FFFFFF">
                <a:alpha val="21176"/>
              </a:srgbClr>
            </a:solidFill>
            <a:round/>
            <a:headEnd/>
            <a:tailEnd/>
          </a:ln>
        </p:spPr>
      </p:sp>
      <p:sp>
        <p:nvSpPr>
          <p:cNvPr id="978332197" name="Shape 1067"/>
          <p:cNvSpPr>
            <a:spLocks noChangeArrowheads="1" noGrp="1"/>
          </p:cNvSpPr>
          <p:nvPr userDrawn="1"/>
        </p:nvSpPr>
        <p:spPr bwMode="auto">
          <a:xfrm>
            <a:off x="0" y="2"/>
            <a:ext cx="9144000" cy="6838950"/>
          </a:xfrm>
          <a:custGeom>
            <a:avLst/>
            <a:gdLst/>
            <a:ahLst/>
            <a:cxnLst/>
            <a:rect l="l" t="t" r="r" b="b"/>
            <a:pathLst>
              <a:path w="43200" h="43200" fill="none" stroke="1" extrusionOk="0">
                <a:moveTo>
                  <a:pt x="-22" y="27075"/>
                </a:moveTo>
                <a:lnTo>
                  <a:pt x="-22" y="27075"/>
                </a:lnTo>
                <a:cubicBezTo>
                  <a:pt x="-22" y="27075"/>
                  <a:pt x="21600" y="48374"/>
                  <a:pt x="43200" y="17869"/>
                </a:cubicBezTo>
              </a:path>
            </a:pathLst>
          </a:custGeom>
          <a:solidFill>
            <a:srgbClr val="FFFFFF"/>
          </a:solidFill>
          <a:ln w="2520">
            <a:solidFill>
              <a:srgbClr val="FFFFFF">
                <a:alpha val="9803"/>
              </a:srgbClr>
            </a:solidFill>
            <a:round/>
            <a:headEnd/>
            <a:tailEnd/>
          </a:ln>
        </p:spPr>
      </p:sp>
      <p:sp>
        <p:nvSpPr>
          <p:cNvPr id="1524895051" name="Text Placeholder 2"/>
          <p:cNvSpPr>
            <a:spLocks noGrp="1"/>
          </p:cNvSpPr>
          <p:nvPr>
            <p:ph type="body" idx="1"/>
          </p:nvPr>
        </p:nvSpPr>
        <p:spPr bwMode="auto">
          <a:xfrm>
            <a:off x="457200" y="1600201"/>
            <a:ext cx="8229600" cy="4525962"/>
          </a:xfrm>
          <a:prstGeom prst="rect">
            <a:avLst/>
          </a:prstGeom>
        </p:spPr>
        <p:txBody>
          <a:bodyPr vert="horz" lIns="91440" tIns="45720" rIns="91440" bIns="45720" rtlCol="0">
            <a:normAutofit/>
          </a:body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656287417" name="Date Placeholder 3"/>
          <p:cNvSpPr>
            <a:spLocks noGrp="1"/>
          </p:cNvSpPr>
          <p:nvPr>
            <p:ph type="dt" sz="half" idx="2"/>
          </p:nvPr>
        </p:nvSpPr>
        <p:spPr bwMode="auto">
          <a:xfrm>
            <a:off x="457200" y="6356351"/>
            <a:ext cx="2133599"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D328A2AD-CA6C-4CEE-80DD-5B3591997DB0}" type="datetimeFigureOut">
              <a:rPr/>
              <a:t>22.10.2013</a:t>
            </a:fld>
            <a:endParaRPr/>
          </a:p>
        </p:txBody>
      </p:sp>
      <p:sp>
        <p:nvSpPr>
          <p:cNvPr id="602290148" name="Footer Placeholder 4"/>
          <p:cNvSpPr>
            <a:spLocks noGrp="1"/>
          </p:cNvSpPr>
          <p:nvPr>
            <p:ph type="ftr" sz="quarter" idx="3"/>
          </p:nvPr>
        </p:nvSpPr>
        <p:spPr bwMode="auto">
          <a:xfrm>
            <a:off x="3124199" y="6356351"/>
            <a:ext cx="2895598"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a:p>
        </p:txBody>
      </p:sp>
      <p:sp>
        <p:nvSpPr>
          <p:cNvPr id="1966585245" name="Slide Number Placeholder 5"/>
          <p:cNvSpPr>
            <a:spLocks noGrp="1"/>
          </p:cNvSpPr>
          <p:nvPr>
            <p:ph type="sldNum" sz="quarter" idx="4"/>
          </p:nvPr>
        </p:nvSpPr>
        <p:spPr bwMode="auto">
          <a:xfrm>
            <a:off x="6553199" y="6356351"/>
            <a:ext cx="2133599"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9F5014F7-E485-415F-A69C-6237A648DEF6}" type="slidenum">
              <a:rPr/>
              <a:t>‹#›</a:t>
            </a:fld>
            <a:endParaRPr/>
          </a:p>
        </p:txBody>
      </p:sp>
      <p:sp>
        <p:nvSpPr>
          <p:cNvPr id="861942274" name="Title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a:t>Click to edit Master title style</a:t>
            </a:r>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a:spcBef>
          <a:spcPts val="0"/>
        </a:spcBef>
        <a:buNone/>
        <a:defRPr sz="4400" b="1">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599"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2.pn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3.pn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4.pn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5.pn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6.pn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7.png"/></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8.png"/></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9.png"/></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0.png"/></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1.png"/></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2.png"/></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3.png"/></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4.png"/></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71774346" name="Rectangle 1"/>
          <p:cNvSpPr/>
          <p:nvPr/>
        </p:nvSpPr>
        <p:spPr bwMode="auto">
          <a:xfrm>
            <a:off x="0" y="0"/>
            <a:ext cx="9144000" cy="6858000"/>
          </a:xfrm>
          <a:prstGeom prst="rect">
            <a:avLst/>
          </a:prstGeom>
          <a:solidFill>
            <a:srgbClr val="EBF5FA"/>
          </a:solidFill>
          <a:ln>
            <a:solidFill>
              <a:srgbClr val="EBF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69199828" name="TextBox 2"/>
          <p:cNvSpPr txBox="1"/>
          <p:nvPr/>
        </p:nvSpPr>
        <p:spPr bwMode="auto">
          <a:xfrm flipH="0" flipV="0">
            <a:off x="285750" y="457199"/>
            <a:ext cx="8575169" cy="488039"/>
          </a:xfrm>
          <a:prstGeom prst="rect">
            <a:avLst/>
          </a:prstGeom>
          <a:noFill/>
        </p:spPr>
        <p:txBody>
          <a:bodyPr wrap="square">
            <a:spAutoFit/>
          </a:bodyPr>
          <a:lstStyle/>
          <a:p>
            <a:pPr>
              <a:defRPr sz="2800" b="1"/>
            </a:pPr>
            <a:r>
              <a:rPr sz="2600"/>
              <a:t>Traffic Crash Analytics &amp; Safety Intelligence Platform</a:t>
            </a:r>
            <a:endParaRPr sz="2600"/>
          </a:p>
        </p:txBody>
      </p:sp>
      <p:sp>
        <p:nvSpPr>
          <p:cNvPr id="934928870" name="TextBox 3"/>
          <p:cNvSpPr txBox="1"/>
          <p:nvPr/>
        </p:nvSpPr>
        <p:spPr bwMode="auto">
          <a:xfrm flipH="0" flipV="0">
            <a:off x="2783250" y="1097279"/>
            <a:ext cx="3143970" cy="366119"/>
          </a:xfrm>
          <a:prstGeom prst="rect">
            <a:avLst/>
          </a:prstGeom>
          <a:noFill/>
        </p:spPr>
        <p:txBody>
          <a:bodyPr wrap="square">
            <a:spAutoFit/>
          </a:bodyPr>
          <a:lstStyle/>
          <a:p>
            <a:pPr algn="ctr">
              <a:defRPr/>
            </a:pPr>
            <a:r>
              <a:rPr/>
              <a:t>Project Report Presentation</a:t>
            </a:r>
            <a:endParaRPr/>
          </a:p>
        </p:txBody>
      </p:sp>
      <p:pic>
        <p:nvPicPr>
          <p:cNvPr id="1967761478" name="Picture 4" descr="home_img_converted.png"/>
          <p:cNvPicPr>
            <a:picLocks noChangeAspect="1"/>
          </p:cNvPicPr>
          <p:nvPr/>
        </p:nvPicPr>
        <p:blipFill rotWithShape="1">
          <a:blip r:embed="rId3"/>
          <a:stretch/>
        </p:blipFill>
        <p:spPr bwMode="auto">
          <a:xfrm>
            <a:off x="839847" y="1828800"/>
            <a:ext cx="7315200" cy="346471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73990486" name="Title 1"/>
          <p:cNvSpPr>
            <a:spLocks noGrp="1"/>
          </p:cNvSpPr>
          <p:nvPr>
            <p:ph type="title"/>
          </p:nvPr>
        </p:nvSpPr>
        <p:spPr bwMode="auto"/>
        <p:txBody>
          <a:bodyPr/>
          <a:lstStyle/>
          <a:p>
            <a:pPr>
              <a:defRPr/>
            </a:pPr>
            <a:r>
              <a:rPr/>
              <a:t>Problem Statement</a:t>
            </a:r>
            <a:endParaRPr/>
          </a:p>
        </p:txBody>
      </p:sp>
      <p:sp>
        <p:nvSpPr>
          <p:cNvPr id="1763295153" name="Content Placeholder 2"/>
          <p:cNvSpPr>
            <a:spLocks noGrp="1"/>
          </p:cNvSpPr>
          <p:nvPr>
            <p:ph idx="1"/>
          </p:nvPr>
        </p:nvSpPr>
        <p:spPr bwMode="auto">
          <a:xfrm flipH="0" flipV="0">
            <a:off x="838198" y="1600201"/>
            <a:ext cx="7183798" cy="3371848"/>
          </a:xfrm>
        </p:spPr>
        <p:txBody>
          <a:bodyPr/>
          <a:lstStyle/>
          <a:p>
            <a:pPr marL="0" indent="0">
              <a:buFont typeface="Arial"/>
              <a:buNone/>
              <a:defRPr sz="2000"/>
            </a:pPr>
            <a:r>
              <a:rPr sz="2000" b="0" i="0" u="none">
                <a:solidFill>
                  <a:srgbClr val="000000"/>
                </a:solidFill>
                <a:latin typeface="Arial"/>
                <a:ea typeface="Arial"/>
                <a:cs typeface="Arial"/>
              </a:rPr>
              <a:t>Traffic crash data contains valuable insights that can help</a:t>
            </a:r>
            <a:endParaRPr sz="2000"/>
          </a:p>
          <a:p>
            <a:pPr marL="0" indent="0">
              <a:buFont typeface="Arial"/>
              <a:buNone/>
              <a:defRPr sz="2000"/>
            </a:pPr>
            <a:endParaRPr/>
          </a:p>
          <a:p>
            <a:pPr>
              <a:defRPr sz="2000"/>
            </a:pPr>
            <a:r>
              <a:rPr sz="2000" b="0" i="0" u="none">
                <a:solidFill>
                  <a:srgbClr val="000000"/>
                </a:solidFill>
                <a:latin typeface="Arial"/>
                <a:ea typeface="Arial"/>
                <a:cs typeface="Arial"/>
              </a:rPr>
              <a:t>Improve road safety</a:t>
            </a:r>
            <a:endParaRPr sz="2000"/>
          </a:p>
          <a:p>
            <a:pPr>
              <a:defRPr sz="2000"/>
            </a:pPr>
            <a:r>
              <a:rPr sz="2000" b="0" i="0" u="none">
                <a:solidFill>
                  <a:srgbClr val="000000"/>
                </a:solidFill>
                <a:latin typeface="Arial"/>
                <a:ea typeface="Arial"/>
                <a:cs typeface="Arial"/>
              </a:rPr>
              <a:t>optimize emergency response</a:t>
            </a:r>
            <a:endParaRPr sz="2000" b="0" i="0" u="none">
              <a:solidFill>
                <a:srgbClr val="000000"/>
              </a:solidFill>
              <a:latin typeface="Arial"/>
              <a:ea typeface="Arial"/>
              <a:cs typeface="Arial"/>
            </a:endParaRPr>
          </a:p>
          <a:p>
            <a:pPr>
              <a:defRPr sz="2000"/>
            </a:pPr>
            <a:r>
              <a:rPr sz="2000" b="0" i="0" u="none">
                <a:solidFill>
                  <a:srgbClr val="000000"/>
                </a:solidFill>
                <a:latin typeface="Arial"/>
                <a:ea typeface="Arial"/>
                <a:cs typeface="Arial"/>
              </a:rPr>
              <a:t>support policy decisions</a:t>
            </a:r>
            <a:endParaRPr sz="2000" b="0" i="0" u="none">
              <a:solidFill>
                <a:srgbClr val="000000"/>
              </a:solidFill>
              <a:latin typeface="Arial"/>
              <a:ea typeface="Arial"/>
              <a:cs typeface="Arial"/>
            </a:endParaRPr>
          </a:p>
          <a:p>
            <a:pPr>
              <a:defRPr sz="2000"/>
            </a:pPr>
            <a:endParaRPr/>
          </a:p>
          <a:p>
            <a:pPr marL="0" indent="0">
              <a:buFont typeface="Arial"/>
              <a:buNone/>
              <a:defRPr sz="2000"/>
            </a:pPr>
            <a:r>
              <a:rPr sz="2000" b="0" i="0" u="none">
                <a:solidFill>
                  <a:srgbClr val="000000"/>
                </a:solidFill>
                <a:latin typeface="Arial"/>
                <a:ea typeface="Arial"/>
                <a:cs typeface="Arial"/>
              </a:rPr>
              <a:t>However, extracting meaningful insights from large-scale structured data requires strong SQL and analytical skills.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21721360" name="Title 1"/>
          <p:cNvSpPr>
            <a:spLocks noGrp="1"/>
          </p:cNvSpPr>
          <p:nvPr>
            <p:ph type="title"/>
          </p:nvPr>
        </p:nvSpPr>
        <p:spPr bwMode="auto"/>
        <p:txBody>
          <a:bodyPr/>
          <a:lstStyle/>
          <a:p>
            <a:pPr>
              <a:defRPr/>
            </a:pPr>
            <a:r>
              <a:rPr/>
              <a:t>Objectives</a:t>
            </a:r>
            <a:endParaRPr/>
          </a:p>
        </p:txBody>
      </p:sp>
      <p:sp>
        <p:nvSpPr>
          <p:cNvPr id="346367437" name="Content Placeholder 2"/>
          <p:cNvSpPr>
            <a:spLocks noGrp="1"/>
          </p:cNvSpPr>
          <p:nvPr>
            <p:ph idx="1"/>
          </p:nvPr>
        </p:nvSpPr>
        <p:spPr bwMode="auto">
          <a:xfrm flipH="0" flipV="0">
            <a:off x="742950" y="1600201"/>
            <a:ext cx="8229600" cy="4095748"/>
          </a:xfrm>
        </p:spPr>
        <p:txBody>
          <a:bodyPr/>
          <a:lstStyle/>
          <a:p>
            <a:pPr>
              <a:defRPr sz="2000"/>
            </a:pPr>
            <a:r>
              <a:rPr sz="2000" b="0" i="0" u="none">
                <a:solidFill>
                  <a:srgbClr val="000000"/>
                </a:solidFill>
                <a:latin typeface="Arial"/>
                <a:ea typeface="Arial"/>
                <a:cs typeface="Arial"/>
              </a:rPr>
              <a:t>Analyze crash data using advanced SQL techniques.</a:t>
            </a:r>
            <a:endParaRPr/>
          </a:p>
          <a:p>
            <a:pPr>
              <a:defRPr sz="2000"/>
            </a:pPr>
            <a:r>
              <a:rPr sz="2000" b="0" i="0" u="none">
                <a:solidFill>
                  <a:srgbClr val="000000"/>
                </a:solidFill>
                <a:latin typeface="Arial"/>
                <a:ea typeface="Arial"/>
                <a:cs typeface="Arial"/>
              </a:rPr>
              <a:t>Identify patterns, trends, and risk factors.</a:t>
            </a:r>
            <a:endParaRPr/>
          </a:p>
          <a:p>
            <a:pPr>
              <a:defRPr sz="2000"/>
            </a:pPr>
            <a:r>
              <a:rPr sz="2000" b="0" i="0" u="none">
                <a:solidFill>
                  <a:srgbClr val="000000"/>
                </a:solidFill>
                <a:latin typeface="Arial"/>
                <a:ea typeface="Arial"/>
                <a:cs typeface="Arial"/>
              </a:rPr>
              <a:t>Generate business insights from structured data</a:t>
            </a:r>
            <a:r>
              <a:rPr/>
              <a:t>.</a:t>
            </a:r>
            <a:endParaRPr/>
          </a:p>
          <a:p>
            <a:pPr>
              <a:defRPr sz="2000"/>
            </a:pPr>
            <a:endParaRPr/>
          </a:p>
          <a:p>
            <a:pPr marL="0" indent="0">
              <a:buFont typeface="Arial"/>
              <a:buNone/>
              <a:defRPr sz="2000"/>
            </a:pPr>
            <a:endParaRPr/>
          </a:p>
          <a:p>
            <a:pPr marL="0" indent="0">
              <a:buFont typeface="Arial"/>
              <a:buNone/>
              <a:defRPr sz="2000"/>
            </a:pPr>
            <a:r>
              <a:rPr sz="2000" b="0" i="0" u="none">
                <a:solidFill>
                  <a:srgbClr val="000000"/>
                </a:solidFill>
                <a:latin typeface="Arial"/>
                <a:ea typeface="Arial"/>
                <a:cs typeface="Arial"/>
              </a:rPr>
              <a:t>The focus is on </a:t>
            </a:r>
            <a:r>
              <a:rPr sz="2000" b="1" i="0" u="none">
                <a:solidFill>
                  <a:srgbClr val="000000"/>
                </a:solidFill>
                <a:latin typeface="Arial"/>
                <a:ea typeface="Arial"/>
                <a:cs typeface="Arial"/>
              </a:rPr>
              <a:t>SQL-based problem solving, analytical thinking, and insight generation</a:t>
            </a:r>
            <a:r>
              <a:rPr sz="2000" b="0" i="0" u="none">
                <a:solidFill>
                  <a:srgbClr val="000000"/>
                </a:solidFill>
                <a:latin typeface="Arial"/>
                <a:ea typeface="Arial"/>
                <a:cs typeface="Arial"/>
              </a:rPr>
              <a:t>, similar to real-world data analyst and data engineer roles.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07259218" name="Title 1"/>
          <p:cNvSpPr>
            <a:spLocks noGrp="1"/>
          </p:cNvSpPr>
          <p:nvPr>
            <p:ph type="title"/>
          </p:nvPr>
        </p:nvSpPr>
        <p:spPr bwMode="auto"/>
        <p:txBody>
          <a:bodyPr/>
          <a:lstStyle/>
          <a:p>
            <a:pPr>
              <a:defRPr/>
            </a:pPr>
            <a:r>
              <a:rPr/>
              <a:t>Approach</a:t>
            </a:r>
            <a:endParaRPr/>
          </a:p>
        </p:txBody>
      </p:sp>
      <p:sp>
        <p:nvSpPr>
          <p:cNvPr id="2078645476" name="Content Placeholder 2"/>
          <p:cNvSpPr>
            <a:spLocks noGrp="1"/>
          </p:cNvSpPr>
          <p:nvPr>
            <p:ph idx="1"/>
          </p:nvPr>
        </p:nvSpPr>
        <p:spPr bwMode="auto">
          <a:xfrm flipH="0" flipV="0">
            <a:off x="647699" y="1314451"/>
            <a:ext cx="7907699" cy="4525962"/>
          </a:xfrm>
        </p:spPr>
        <p:txBody>
          <a:bodyPr vertOverflow="overflow" horzOverflow="overflow" vert="horz" wrap="square" lIns="91440" tIns="45720" rIns="91440" bIns="45720" numCol="1" spcCol="0" rtlCol="0" fromWordArt="0" anchor="t" anchorCtr="0" forceAA="0" upright="0" compatLnSpc="0">
            <a:normAutofit fontScale="80000" lnSpcReduction="4000"/>
          </a:bodyPr>
          <a:lstStyle/>
          <a:p>
            <a:pPr>
              <a:defRPr/>
            </a:pPr>
            <a:r>
              <a:rPr sz="2000"/>
              <a:t>Data loading and Understanding (read csv and load the data in dataframe using pandas library, try to understand the data like number of columns and data type).</a:t>
            </a:r>
            <a:endParaRPr sz="2000"/>
          </a:p>
          <a:p>
            <a:pPr>
              <a:defRPr/>
            </a:pPr>
            <a:r>
              <a:rPr sz="2000"/>
              <a:t>Connecting MySQL server</a:t>
            </a:r>
            <a:r>
              <a:rPr sz="2000"/>
              <a:t>.</a:t>
            </a:r>
            <a:endParaRPr sz="2000"/>
          </a:p>
          <a:p>
            <a:pPr>
              <a:defRPr/>
            </a:pPr>
            <a:r>
              <a:rPr sz="2000"/>
              <a:t>Create Database</a:t>
            </a:r>
            <a:r>
              <a:rPr sz="2000"/>
              <a:t>.</a:t>
            </a:r>
            <a:endParaRPr sz="2000"/>
          </a:p>
          <a:p>
            <a:pPr>
              <a:defRPr/>
            </a:pPr>
            <a:r>
              <a:rPr sz="2000"/>
              <a:t>Wrote a function to find the length of String and maximum int and float values which helps to create Table in Database.</a:t>
            </a:r>
            <a:endParaRPr sz="2000"/>
          </a:p>
          <a:p>
            <a:pPr>
              <a:defRPr/>
            </a:pPr>
            <a:r>
              <a:rPr sz="2000"/>
              <a:t>Create Table.</a:t>
            </a:r>
            <a:endParaRPr sz="2000"/>
          </a:p>
          <a:p>
            <a:pPr>
              <a:defRPr/>
            </a:pPr>
            <a:r>
              <a:rPr sz="2000"/>
              <a:t>Insert Data into Table from dataframe.</a:t>
            </a:r>
            <a:endParaRPr sz="2000"/>
          </a:p>
          <a:p>
            <a:pPr>
              <a:defRPr/>
            </a:pPr>
            <a:r>
              <a:rPr sz="2000"/>
              <a:t>Wrote Queries in MySQL workbench and applied the same in python file to retrieve the required output.</a:t>
            </a:r>
            <a:endParaRPr sz="2000"/>
          </a:p>
          <a:p>
            <a:pPr>
              <a:defRPr/>
            </a:pPr>
            <a:r>
              <a:rPr sz="2000"/>
              <a:t>Used Streamlit for displaying the result in Table format.</a:t>
            </a:r>
            <a:endParaRPr sz="2000"/>
          </a:p>
          <a:p>
            <a:pPr>
              <a:defRPr/>
            </a:pPr>
            <a:r>
              <a:rPr sz="2000"/>
              <a:t>Used Mat</a:t>
            </a:r>
            <a:r>
              <a:rPr sz="2000"/>
              <a:t>plotlib library to display the table output as chart.</a:t>
            </a:r>
            <a:endParaRPr sz="2000"/>
          </a:p>
          <a:p>
            <a:pPr>
              <a:defRPr/>
            </a:pPr>
            <a:r>
              <a:rPr sz="2000"/>
              <a:t>Wrote business insight from the output from the Table.</a:t>
            </a:r>
            <a:endParaRPr sz="2000"/>
          </a:p>
          <a:p>
            <a:pPr>
              <a:defRPr/>
            </a:pPr>
            <a:endParaRPr sz="2000"/>
          </a:p>
          <a:p>
            <a:pPr>
              <a:defRPr/>
            </a:pPr>
            <a:endParaRPr sz="2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50570820" name="Title 1"/>
          <p:cNvSpPr>
            <a:spLocks noGrp="1"/>
          </p:cNvSpPr>
          <p:nvPr>
            <p:ph type="title"/>
          </p:nvPr>
        </p:nvSpPr>
        <p:spPr bwMode="auto"/>
        <p:txBody>
          <a:bodyPr vertOverflow="overflow" horzOverflow="overflow" vert="horz" wrap="square" lIns="91440" tIns="45720" rIns="91440" bIns="45720" numCol="1" spcCol="0" rtlCol="0" fromWordArt="0" anchor="ctr" anchorCtr="0" forceAA="0" upright="0" compatLnSpc="0">
            <a:normAutofit/>
          </a:bodyPr>
          <a:lstStyle/>
          <a:p>
            <a:pPr>
              <a:defRPr/>
            </a:pPr>
            <a:r>
              <a:rPr/>
              <a:t>Result</a:t>
            </a:r>
            <a:br>
              <a:rPr/>
            </a:br>
            <a:r>
              <a:rPr sz="2400"/>
              <a:t>Home Page</a:t>
            </a:r>
            <a:endParaRPr/>
          </a:p>
        </p:txBody>
      </p:sp>
      <p:pic>
        <p:nvPicPr>
          <p:cNvPr id="1496276682" name=""/>
          <p:cNvPicPr>
            <a:picLocks noChangeAspect="1"/>
          </p:cNvPicPr>
          <p:nvPr>
            <p:ph idx="1"/>
          </p:nvPr>
        </p:nvPicPr>
        <p:blipFill rotWithShape="1">
          <a:blip r:embed="rId3"/>
          <a:stretch/>
        </p:blipFill>
        <p:spPr bwMode="auto">
          <a:xfrm rot="0">
            <a:off x="457200" y="1823068"/>
            <a:ext cx="8229600" cy="369922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3458549" name="Title 1"/>
          <p:cNvSpPr>
            <a:spLocks noGrp="1"/>
          </p:cNvSpPr>
          <p:nvPr>
            <p:ph type="title"/>
          </p:nvPr>
        </p:nvSpPr>
        <p:spPr bwMode="auto"/>
        <p:txBody>
          <a:bodyPr/>
          <a:lstStyle/>
          <a:p>
            <a:pPr>
              <a:defRPr/>
            </a:pPr>
            <a:r>
              <a:rPr sz="2400"/>
              <a:t>Navigation</a:t>
            </a:r>
            <a:endParaRPr sz="2400"/>
          </a:p>
        </p:txBody>
      </p:sp>
      <p:pic>
        <p:nvPicPr>
          <p:cNvPr id="2138405952" name=""/>
          <p:cNvPicPr>
            <a:picLocks noChangeAspect="1"/>
          </p:cNvPicPr>
          <p:nvPr>
            <p:ph idx="1"/>
          </p:nvPr>
        </p:nvPicPr>
        <p:blipFill rotWithShape="1">
          <a:blip r:embed="rId3"/>
          <a:stretch/>
        </p:blipFill>
        <p:spPr bwMode="auto">
          <a:xfrm rot="0">
            <a:off x="457200" y="1462882"/>
            <a:ext cx="8229600" cy="36576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55385829" name="Title 1"/>
          <p:cNvSpPr>
            <a:spLocks noGrp="1"/>
          </p:cNvSpPr>
          <p:nvPr>
            <p:ph type="title"/>
          </p:nvPr>
        </p:nvSpPr>
        <p:spPr bwMode="auto"/>
        <p:txBody>
          <a:bodyPr/>
          <a:lstStyle/>
          <a:p>
            <a:pPr>
              <a:defRPr/>
            </a:pPr>
            <a:r>
              <a:rPr sz="2400"/>
              <a:t>Selectbox</a:t>
            </a:r>
            <a:endParaRPr sz="2400"/>
          </a:p>
        </p:txBody>
      </p:sp>
      <p:pic>
        <p:nvPicPr>
          <p:cNvPr id="2008331055" name=""/>
          <p:cNvPicPr>
            <a:picLocks noChangeAspect="1"/>
          </p:cNvPicPr>
          <p:nvPr>
            <p:ph idx="1"/>
          </p:nvPr>
        </p:nvPicPr>
        <p:blipFill rotWithShape="1">
          <a:blip r:embed="rId3"/>
          <a:stretch/>
        </p:blipFill>
        <p:spPr bwMode="auto">
          <a:xfrm rot="0">
            <a:off x="457200" y="1572339"/>
            <a:ext cx="8229600" cy="286718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82122188" name="Title 1"/>
          <p:cNvSpPr>
            <a:spLocks noGrp="1"/>
          </p:cNvSpPr>
          <p:nvPr>
            <p:ph type="title"/>
          </p:nvPr>
        </p:nvSpPr>
        <p:spPr bwMode="auto">
          <a:xfrm flipH="0" flipV="0">
            <a:off x="457200" y="274637"/>
            <a:ext cx="8229600" cy="1143000"/>
          </a:xfrm>
        </p:spPr>
        <p:txBody>
          <a:bodyPr/>
          <a:lstStyle/>
          <a:p>
            <a:pPr>
              <a:defRPr/>
            </a:pPr>
            <a:r>
              <a:rPr sz="2000"/>
              <a:t>Top 5 most dangerous combinations of weather and crash type</a:t>
            </a:r>
            <a:endParaRPr sz="2000"/>
          </a:p>
        </p:txBody>
      </p:sp>
      <p:pic>
        <p:nvPicPr>
          <p:cNvPr id="125280696" name=""/>
          <p:cNvPicPr>
            <a:picLocks noChangeAspect="1"/>
          </p:cNvPicPr>
          <p:nvPr>
            <p:ph idx="1"/>
          </p:nvPr>
        </p:nvPicPr>
        <p:blipFill rotWithShape="1">
          <a:blip r:embed="rId3"/>
          <a:stretch/>
        </p:blipFill>
        <p:spPr bwMode="auto">
          <a:xfrm rot="0">
            <a:off x="457200" y="1206020"/>
            <a:ext cx="8229600" cy="2647320"/>
          </a:xfrm>
          <a:prstGeom prst="rect">
            <a:avLst/>
          </a:prstGeom>
        </p:spPr>
      </p:pic>
      <p:sp>
        <p:nvSpPr>
          <p:cNvPr id="1184088231" name=""/>
          <p:cNvSpPr txBox="1"/>
          <p:nvPr/>
        </p:nvSpPr>
        <p:spPr bwMode="auto">
          <a:xfrm rot="0" flipH="0" flipV="0">
            <a:off x="442348" y="4000500"/>
            <a:ext cx="8195098"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b="1"/>
              <a:t>Insight:</a:t>
            </a:r>
            <a:endParaRPr/>
          </a:p>
        </p:txBody>
      </p:sp>
      <p:sp>
        <p:nvSpPr>
          <p:cNvPr id="906650876" name=""/>
          <p:cNvSpPr txBox="1"/>
          <p:nvPr/>
        </p:nvSpPr>
        <p:spPr bwMode="auto">
          <a:xfrm rot="0" flipH="0" flipV="0">
            <a:off x="461398" y="4324349"/>
            <a:ext cx="8212349" cy="9452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400"/>
              <a:t>	</a:t>
            </a:r>
            <a:r>
              <a:rPr lang="en-US" sz="1400" b="0" i="0" u="none" strike="noStrike" cap="none" spc="0">
                <a:solidFill>
                  <a:schemeClr val="tx1"/>
                </a:solidFill>
                <a:latin typeface="Arial"/>
                <a:ea typeface="Arial"/>
                <a:cs typeface="Arial"/>
              </a:rPr>
              <a:t>Most crashes occurred under clear weather conditions, with non-injury or drive-away crashes recording the highest number of incidents (360,238 crashes). Injury-related crashes were also significantly higher during clear weather, likely due to increased traffic volume in normal weather conditions.</a:t>
            </a: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458751883" name=""/>
          <p:cNvPicPr>
            <a:picLocks noChangeAspect="1"/>
          </p:cNvPicPr>
          <p:nvPr>
            <p:ph idx="1"/>
          </p:nvPr>
        </p:nvPicPr>
        <p:blipFill rotWithShape="1">
          <a:blip r:embed="rId3"/>
          <a:stretch/>
        </p:blipFill>
        <p:spPr bwMode="auto">
          <a:xfrm rot="0">
            <a:off x="780960" y="1314450"/>
            <a:ext cx="7582077" cy="452596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88302971" name="Title 1"/>
          <p:cNvSpPr>
            <a:spLocks noGrp="1"/>
          </p:cNvSpPr>
          <p:nvPr>
            <p:ph type="title"/>
          </p:nvPr>
        </p:nvSpPr>
        <p:spPr bwMode="auto"/>
        <p:txBody>
          <a:bodyPr/>
          <a:lstStyle/>
          <a:p>
            <a:pPr>
              <a:defRPr/>
            </a:pPr>
            <a:r>
              <a:rPr sz="2000"/>
              <a:t>Top 10 streets with the highest number of Injury crashes</a:t>
            </a:r>
            <a:endParaRPr sz="2000"/>
          </a:p>
        </p:txBody>
      </p:sp>
      <p:pic>
        <p:nvPicPr>
          <p:cNvPr id="748721730" name=""/>
          <p:cNvPicPr>
            <a:picLocks noChangeAspect="1"/>
          </p:cNvPicPr>
          <p:nvPr>
            <p:ph idx="1"/>
          </p:nvPr>
        </p:nvPicPr>
        <p:blipFill rotWithShape="1">
          <a:blip r:embed="rId3"/>
          <a:stretch/>
        </p:blipFill>
        <p:spPr bwMode="auto">
          <a:xfrm rot="0">
            <a:off x="457200" y="1235666"/>
            <a:ext cx="8229600" cy="2588028"/>
          </a:xfrm>
          <a:prstGeom prst="rect">
            <a:avLst/>
          </a:prstGeom>
        </p:spPr>
      </p:pic>
      <p:sp>
        <p:nvSpPr>
          <p:cNvPr id="1999058132" name=""/>
          <p:cNvSpPr txBox="1"/>
          <p:nvPr/>
        </p:nvSpPr>
        <p:spPr bwMode="auto">
          <a:xfrm rot="0" flipH="0" flipV="0">
            <a:off x="442349" y="3905249"/>
            <a:ext cx="8194739"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b="1"/>
              <a:t>Insight:</a:t>
            </a:r>
            <a:endParaRPr b="1"/>
          </a:p>
        </p:txBody>
      </p:sp>
      <p:sp>
        <p:nvSpPr>
          <p:cNvPr id="1511289549" name=""/>
          <p:cNvSpPr txBox="1"/>
          <p:nvPr/>
        </p:nvSpPr>
        <p:spPr bwMode="auto">
          <a:xfrm rot="0" flipH="0" flipV="0">
            <a:off x="461399" y="4229100"/>
            <a:ext cx="8211989" cy="9452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400"/>
              <a:t>	</a:t>
            </a:r>
            <a:r>
              <a:rPr lang="en-US" sz="1400" b="0" i="0" u="none" strike="noStrike" cap="none" spc="0">
                <a:solidFill>
                  <a:schemeClr val="tx1"/>
                </a:solidFill>
                <a:latin typeface="Arial"/>
                <a:ea typeface="Arial"/>
                <a:cs typeface="Arial"/>
              </a:rPr>
              <a:t>Western Ave recorded the highest number of injury crashes (5,334), followed by Pulaski Rd and Cicero Ave, indicating that major arterial roads are high-risk zones for injury-related accidents. High-traffic corridors such as Ashland Ave, Halsted St, Kedzie Ave, and Lake Shore Dr also emerged as major crash hotspots, likely due to dense traffic flow and heavy commuter activity.</a:t>
            </a: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99176434" name=""/>
          <p:cNvPicPr>
            <a:picLocks noChangeAspect="1"/>
          </p:cNvPicPr>
          <p:nvPr>
            <p:ph idx="1"/>
          </p:nvPr>
        </p:nvPicPr>
        <p:blipFill rotWithShape="1">
          <a:blip r:embed="rId3"/>
          <a:stretch/>
        </p:blipFill>
        <p:spPr bwMode="auto">
          <a:xfrm rot="0">
            <a:off x="617497" y="1314450"/>
            <a:ext cx="7909004" cy="452596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70732825" name="Title 1"/>
          <p:cNvSpPr>
            <a:spLocks noGrp="1"/>
          </p:cNvSpPr>
          <p:nvPr>
            <p:ph type="title"/>
          </p:nvPr>
        </p:nvSpPr>
        <p:spPr bwMode="auto"/>
        <p:txBody>
          <a:bodyPr/>
          <a:lstStyle/>
          <a:p>
            <a:pPr>
              <a:defRPr/>
            </a:pPr>
            <a:r>
              <a:rPr sz="2000"/>
              <a:t>Precentage of crashes that resulted in injuries for each crash type</a:t>
            </a:r>
            <a:endParaRPr sz="2000"/>
          </a:p>
        </p:txBody>
      </p:sp>
      <p:pic>
        <p:nvPicPr>
          <p:cNvPr id="531496005" name=""/>
          <p:cNvPicPr>
            <a:picLocks noChangeAspect="1"/>
          </p:cNvPicPr>
          <p:nvPr>
            <p:ph idx="1"/>
          </p:nvPr>
        </p:nvPicPr>
        <p:blipFill rotWithShape="1">
          <a:blip r:embed="rId3"/>
          <a:stretch/>
        </p:blipFill>
        <p:spPr bwMode="auto">
          <a:xfrm rot="0">
            <a:off x="457200" y="1189775"/>
            <a:ext cx="8229600" cy="1155811"/>
          </a:xfrm>
          <a:prstGeom prst="rect">
            <a:avLst/>
          </a:prstGeom>
        </p:spPr>
      </p:pic>
      <p:sp>
        <p:nvSpPr>
          <p:cNvPr id="1935565911" name=""/>
          <p:cNvSpPr txBox="1"/>
          <p:nvPr/>
        </p:nvSpPr>
        <p:spPr bwMode="auto">
          <a:xfrm rot="0" flipH="0" flipV="0">
            <a:off x="442348" y="2476499"/>
            <a:ext cx="8195098"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b="1"/>
              <a:t>Insight:</a:t>
            </a:r>
            <a:endParaRPr b="1"/>
          </a:p>
        </p:txBody>
      </p:sp>
      <p:sp>
        <p:nvSpPr>
          <p:cNvPr id="1970633062" name=""/>
          <p:cNvSpPr txBox="1"/>
          <p:nvPr/>
        </p:nvSpPr>
        <p:spPr bwMode="auto">
          <a:xfrm rot="0" flipH="0" flipV="0">
            <a:off x="461398" y="2800350"/>
            <a:ext cx="8212349" cy="9452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400"/>
              <a:t>	</a:t>
            </a:r>
            <a:r>
              <a:rPr lang="en-US" sz="1400" b="0" i="0" u="none" strike="noStrike" cap="none" spc="0">
                <a:solidFill>
                  <a:schemeClr val="tx1"/>
                </a:solidFill>
                <a:latin typeface="Arial"/>
                <a:ea typeface="Arial"/>
                <a:cs typeface="Arial"/>
              </a:rPr>
              <a:t>The dataset is heavily dominated by severe crashes, with 99.22% (103,527 crashes) resulting in injuries or vehicle towing, while only 0.78% were minor no-injury incidents. This highlights the high severity of recorded crashes and emphasizes the need for stronger road safety and traffic management measures.</a:t>
            </a: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9324346" name=""/>
          <p:cNvPicPr>
            <a:picLocks noChangeAspect="1"/>
          </p:cNvPicPr>
          <p:nvPr>
            <p:ph idx="1"/>
          </p:nvPr>
        </p:nvPicPr>
        <p:blipFill rotWithShape="1">
          <a:blip r:embed="rId3"/>
          <a:stretch/>
        </p:blipFill>
        <p:spPr bwMode="auto">
          <a:xfrm rot="0">
            <a:off x="457200" y="1319356"/>
            <a:ext cx="8229600" cy="41351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12216149" name="Title 1"/>
          <p:cNvSpPr>
            <a:spLocks noGrp="1"/>
          </p:cNvSpPr>
          <p:nvPr>
            <p:ph type="title"/>
          </p:nvPr>
        </p:nvSpPr>
        <p:spPr bwMode="auto"/>
        <p:txBody>
          <a:bodyPr/>
          <a:lstStyle/>
          <a:p>
            <a:pPr>
              <a:defRPr/>
            </a:pPr>
            <a:r>
              <a:rPr sz="2000"/>
              <a:t>Peak crash hour for each month</a:t>
            </a:r>
            <a:endParaRPr sz="2000"/>
          </a:p>
        </p:txBody>
      </p:sp>
      <p:pic>
        <p:nvPicPr>
          <p:cNvPr id="1159372164" name=""/>
          <p:cNvPicPr>
            <a:picLocks noChangeAspect="1"/>
          </p:cNvPicPr>
          <p:nvPr>
            <p:ph idx="1"/>
          </p:nvPr>
        </p:nvPicPr>
        <p:blipFill rotWithShape="1">
          <a:blip r:embed="rId3"/>
          <a:stretch/>
        </p:blipFill>
        <p:spPr bwMode="auto">
          <a:xfrm rot="0">
            <a:off x="457200" y="1186830"/>
            <a:ext cx="8229600" cy="2876203"/>
          </a:xfrm>
          <a:prstGeom prst="rect">
            <a:avLst/>
          </a:prstGeom>
        </p:spPr>
      </p:pic>
      <p:sp>
        <p:nvSpPr>
          <p:cNvPr id="7414792" name=""/>
          <p:cNvSpPr txBox="1"/>
          <p:nvPr/>
        </p:nvSpPr>
        <p:spPr bwMode="auto">
          <a:xfrm rot="0" flipH="0" flipV="0">
            <a:off x="442348" y="4190999"/>
            <a:ext cx="8195458"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b="1"/>
              <a:t>Insight:</a:t>
            </a:r>
            <a:endParaRPr b="1"/>
          </a:p>
        </p:txBody>
      </p:sp>
      <p:sp>
        <p:nvSpPr>
          <p:cNvPr id="1596214730" name=""/>
          <p:cNvSpPr txBox="1"/>
          <p:nvPr/>
        </p:nvSpPr>
        <p:spPr bwMode="auto">
          <a:xfrm rot="0" flipH="0" flipV="0">
            <a:off x="461398" y="4514849"/>
            <a:ext cx="8213428" cy="1158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400"/>
              <a:t>	</a:t>
            </a:r>
            <a:r>
              <a:rPr lang="en-US" sz="1400" b="0" i="0" u="none" strike="noStrike" cap="none" spc="0">
                <a:solidFill>
                  <a:schemeClr val="tx1"/>
                </a:solidFill>
                <a:latin typeface="Arial"/>
                <a:ea typeface="Arial"/>
                <a:cs typeface="Arial"/>
              </a:rPr>
              <a:t>Crash frequency consistently peaks during late afternoon and evening rush hours (3 PM–5 PM) across all months, indicating that heavy commuter traffic and congestion significantly increase accident risk. May recorded the highest peak-hour crashes, while seasonal shifts in peak timing suggest that daylight changes and varying traffic patterns influence crash occurrence throughout the year.</a:t>
            </a: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28896164" name=""/>
          <p:cNvPicPr>
            <a:picLocks noChangeAspect="1"/>
          </p:cNvPicPr>
          <p:nvPr>
            <p:ph idx="1"/>
          </p:nvPr>
        </p:nvPicPr>
        <p:blipFill rotWithShape="1">
          <a:blip r:embed="rId3"/>
          <a:stretch/>
        </p:blipFill>
        <p:spPr bwMode="auto">
          <a:xfrm rot="0">
            <a:off x="457200" y="1288476"/>
            <a:ext cx="8229600" cy="400641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16908916" name="Title 1"/>
          <p:cNvSpPr>
            <a:spLocks noGrp="1"/>
          </p:cNvSpPr>
          <p:nvPr>
            <p:ph type="title"/>
          </p:nvPr>
        </p:nvSpPr>
        <p:spPr bwMode="auto"/>
        <p:txBody>
          <a:bodyPr/>
          <a:lstStyle/>
          <a:p>
            <a:pPr>
              <a:defRPr/>
            </a:pPr>
            <a:r>
              <a:rPr sz="2000"/>
              <a:t>Top 5 primary causes of crashes during night time</a:t>
            </a:r>
            <a:endParaRPr sz="2000"/>
          </a:p>
        </p:txBody>
      </p:sp>
      <p:pic>
        <p:nvPicPr>
          <p:cNvPr id="1337797030" name=""/>
          <p:cNvPicPr>
            <a:picLocks noChangeAspect="1"/>
          </p:cNvPicPr>
          <p:nvPr>
            <p:ph idx="1"/>
          </p:nvPr>
        </p:nvPicPr>
        <p:blipFill rotWithShape="1">
          <a:blip r:embed="rId3"/>
          <a:stretch/>
        </p:blipFill>
        <p:spPr bwMode="auto">
          <a:xfrm rot="0">
            <a:off x="457200" y="1213957"/>
            <a:ext cx="8229600" cy="1678948"/>
          </a:xfrm>
          <a:prstGeom prst="rect">
            <a:avLst/>
          </a:prstGeom>
        </p:spPr>
      </p:pic>
      <p:sp>
        <p:nvSpPr>
          <p:cNvPr id="176175881" name=""/>
          <p:cNvSpPr txBox="1"/>
          <p:nvPr/>
        </p:nvSpPr>
        <p:spPr bwMode="auto">
          <a:xfrm rot="0" flipH="0" flipV="0">
            <a:off x="442348" y="3047998"/>
            <a:ext cx="8195818"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b="1"/>
              <a:t>Insight:</a:t>
            </a:r>
            <a:endParaRPr b="1"/>
          </a:p>
        </p:txBody>
      </p:sp>
      <p:sp>
        <p:nvSpPr>
          <p:cNvPr id="1921436439" name=""/>
          <p:cNvSpPr txBox="1"/>
          <p:nvPr/>
        </p:nvSpPr>
        <p:spPr bwMode="auto">
          <a:xfrm rot="0" flipH="0" flipV="0">
            <a:off x="461398" y="3371848"/>
            <a:ext cx="8214507" cy="9452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400"/>
              <a:t>	</a:t>
            </a:r>
            <a:r>
              <a:rPr lang="en-US" sz="1400" b="0" i="0" u="none" strike="noStrike" cap="none" spc="0">
                <a:solidFill>
                  <a:schemeClr val="tx1"/>
                </a:solidFill>
                <a:latin typeface="Arial"/>
                <a:ea typeface="Arial"/>
                <a:cs typeface="Arial"/>
              </a:rPr>
              <a:t>Night-time crashes were most commonly linked to “UNABLE TO DETERMINE,” suggesting difficulties in identifying causes due to poor visibility and limited evidence at night. Among identified causes, failing to yield, following too closely, and speeding-related behavior were major contributors, highlighting the need for better lighting, speed control, and night-time traffic monitoring.</a:t>
            </a: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77037953" name=""/>
          <p:cNvPicPr>
            <a:picLocks noChangeAspect="1"/>
          </p:cNvPicPr>
          <p:nvPr>
            <p:ph idx="1"/>
          </p:nvPr>
        </p:nvPicPr>
        <p:blipFill rotWithShape="1">
          <a:blip r:embed="rId3"/>
          <a:stretch/>
        </p:blipFill>
        <p:spPr bwMode="auto">
          <a:xfrm rot="0">
            <a:off x="919789" y="1219200"/>
            <a:ext cx="7304419" cy="452596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41106278" name="Title 1"/>
          <p:cNvSpPr>
            <a:spLocks noGrp="1"/>
          </p:cNvSpPr>
          <p:nvPr>
            <p:ph type="title"/>
          </p:nvPr>
        </p:nvSpPr>
        <p:spPr bwMode="auto"/>
        <p:txBody>
          <a:bodyPr/>
          <a:lstStyle/>
          <a:p>
            <a:pPr>
              <a:defRPr/>
            </a:pPr>
            <a:r>
              <a:rPr sz="2000"/>
              <a:t>Average number of injuries in daylight vs darkness conditions</a:t>
            </a:r>
            <a:endParaRPr sz="2000"/>
          </a:p>
        </p:txBody>
      </p:sp>
      <p:pic>
        <p:nvPicPr>
          <p:cNvPr id="1159558271" name=""/>
          <p:cNvPicPr>
            <a:picLocks noChangeAspect="1"/>
          </p:cNvPicPr>
          <p:nvPr>
            <p:ph idx="1"/>
          </p:nvPr>
        </p:nvPicPr>
        <p:blipFill rotWithShape="1">
          <a:blip r:embed="rId3"/>
          <a:stretch/>
        </p:blipFill>
        <p:spPr bwMode="auto">
          <a:xfrm rot="0">
            <a:off x="457199" y="1227944"/>
            <a:ext cx="8229600" cy="1079474"/>
          </a:xfrm>
          <a:prstGeom prst="rect">
            <a:avLst/>
          </a:prstGeom>
        </p:spPr>
      </p:pic>
      <p:sp>
        <p:nvSpPr>
          <p:cNvPr id="1601099059" name=""/>
          <p:cNvSpPr txBox="1"/>
          <p:nvPr/>
        </p:nvSpPr>
        <p:spPr bwMode="auto">
          <a:xfrm rot="0" flipH="0" flipV="0">
            <a:off x="442348" y="2476498"/>
            <a:ext cx="8195818"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b="1"/>
              <a:t>Insight:</a:t>
            </a:r>
            <a:endParaRPr b="1"/>
          </a:p>
        </p:txBody>
      </p:sp>
      <p:sp>
        <p:nvSpPr>
          <p:cNvPr id="459122370" name=""/>
          <p:cNvSpPr txBox="1"/>
          <p:nvPr/>
        </p:nvSpPr>
        <p:spPr bwMode="auto">
          <a:xfrm rot="0" flipH="0" flipV="0">
            <a:off x="461398" y="2800348"/>
            <a:ext cx="8215586" cy="9452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400"/>
              <a:t>	</a:t>
            </a:r>
            <a:r>
              <a:rPr lang="en-US" sz="1400" b="0" i="0" u="none" strike="noStrike" cap="none" spc="0">
                <a:solidFill>
                  <a:schemeClr val="tx1"/>
                </a:solidFill>
                <a:latin typeface="Arial"/>
                <a:ea typeface="Arial"/>
                <a:cs typeface="Arial"/>
              </a:rPr>
              <a:t>Daylight conditions recorded the highest number of crashes and total injuries due to heavier traffic volume, while darkness-related crashes showed a higher average injury rate per crash, indicating greater severity at night. This suggests that reduced visibility, driver fatigue, and slower reaction times increase injury risk during darkness conditions.</a:t>
            </a: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28412851" name=""/>
          <p:cNvPicPr>
            <a:picLocks noChangeAspect="1"/>
          </p:cNvPicPr>
          <p:nvPr>
            <p:ph idx="1"/>
          </p:nvPr>
        </p:nvPicPr>
        <p:blipFill rotWithShape="1">
          <a:blip r:embed="rId3"/>
          <a:stretch/>
        </p:blipFill>
        <p:spPr bwMode="auto">
          <a:xfrm rot="0">
            <a:off x="958530" y="1219200"/>
            <a:ext cx="7226939" cy="452596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52673808" name="Title 1"/>
          <p:cNvSpPr>
            <a:spLocks noGrp="1"/>
          </p:cNvSpPr>
          <p:nvPr>
            <p:ph type="title"/>
          </p:nvPr>
        </p:nvSpPr>
        <p:spPr bwMode="auto">
          <a:xfrm flipH="0" flipV="0">
            <a:off x="99449" y="274637"/>
            <a:ext cx="8934449" cy="1143000"/>
          </a:xfrm>
        </p:spPr>
        <p:txBody>
          <a:bodyPr/>
          <a:lstStyle/>
          <a:p>
            <a:pPr>
              <a:defRPr/>
            </a:pPr>
            <a:r>
              <a:rPr sz="2000"/>
              <a:t>Traffic control device type has the highest average injuries per crash</a:t>
            </a:r>
            <a:endParaRPr sz="2000"/>
          </a:p>
        </p:txBody>
      </p:sp>
      <p:pic>
        <p:nvPicPr>
          <p:cNvPr id="628789161" name=""/>
          <p:cNvPicPr>
            <a:picLocks noChangeAspect="1"/>
          </p:cNvPicPr>
          <p:nvPr>
            <p:ph idx="1"/>
          </p:nvPr>
        </p:nvPicPr>
        <p:blipFill rotWithShape="1">
          <a:blip r:embed="rId3"/>
          <a:stretch/>
        </p:blipFill>
        <p:spPr bwMode="auto">
          <a:xfrm rot="0">
            <a:off x="457200" y="1185407"/>
            <a:ext cx="8229600" cy="974048"/>
          </a:xfrm>
          <a:prstGeom prst="rect">
            <a:avLst/>
          </a:prstGeom>
        </p:spPr>
      </p:pic>
      <p:sp>
        <p:nvSpPr>
          <p:cNvPr id="265535370" name=""/>
          <p:cNvSpPr txBox="1"/>
          <p:nvPr/>
        </p:nvSpPr>
        <p:spPr bwMode="auto">
          <a:xfrm rot="0" flipH="0" flipV="0">
            <a:off x="442348" y="2381248"/>
            <a:ext cx="8195818"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b="1"/>
              <a:t>Insight:</a:t>
            </a:r>
            <a:endParaRPr b="1"/>
          </a:p>
        </p:txBody>
      </p:sp>
      <p:sp>
        <p:nvSpPr>
          <p:cNvPr id="1961470425" name=""/>
          <p:cNvSpPr txBox="1"/>
          <p:nvPr/>
        </p:nvSpPr>
        <p:spPr bwMode="auto">
          <a:xfrm rot="0" flipH="0" flipV="0">
            <a:off x="461398" y="2705098"/>
            <a:ext cx="8216665" cy="9452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400"/>
              <a:t>	</a:t>
            </a:r>
            <a:r>
              <a:rPr lang="en-US" sz="1400" b="0" i="0" u="none" strike="noStrike" cap="none" spc="0">
                <a:solidFill>
                  <a:schemeClr val="tx1"/>
                </a:solidFill>
                <a:latin typeface="Arial"/>
                <a:ea typeface="Arial"/>
                <a:cs typeface="Arial"/>
              </a:rPr>
              <a:t>Crashes near Bicycle Crossing Sign locations recorded the highest average injuries per crash, indicating that bicycle crossing zones are high-risk areas due to the vulnerability of cyclists and interactions with vehicles. This highlights the need for improved lighting, road markings, speed control, and dedicated cycling safety measures in these areas.</a:t>
            </a: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45178164" name=""/>
          <p:cNvPicPr>
            <a:picLocks noChangeAspect="1"/>
          </p:cNvPicPr>
          <p:nvPr>
            <p:ph idx="1"/>
          </p:nvPr>
        </p:nvPicPr>
        <p:blipFill rotWithShape="1">
          <a:blip r:embed="rId3"/>
          <a:stretch/>
        </p:blipFill>
        <p:spPr bwMode="auto">
          <a:xfrm rot="0">
            <a:off x="1255786" y="1219200"/>
            <a:ext cx="6632425" cy="452596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16413230" name="Title 1"/>
          <p:cNvSpPr>
            <a:spLocks noGrp="1"/>
          </p:cNvSpPr>
          <p:nvPr>
            <p:ph type="title"/>
          </p:nvPr>
        </p:nvSpPr>
        <p:spPr bwMode="auto">
          <a:xfrm flipH="0" flipV="0">
            <a:off x="99449" y="274637"/>
            <a:ext cx="8953499" cy="1143000"/>
          </a:xfrm>
        </p:spPr>
        <p:txBody>
          <a:bodyPr/>
          <a:lstStyle/>
          <a:p>
            <a:pPr>
              <a:defRPr/>
            </a:pPr>
            <a:r>
              <a:rPr sz="2000"/>
              <a:t>Top 5 locations (latitude/longitude) with the highest crash frequency</a:t>
            </a:r>
            <a:endParaRPr sz="2000"/>
          </a:p>
        </p:txBody>
      </p:sp>
      <p:pic>
        <p:nvPicPr>
          <p:cNvPr id="698534547" name=""/>
          <p:cNvPicPr>
            <a:picLocks noChangeAspect="1"/>
          </p:cNvPicPr>
          <p:nvPr>
            <p:ph idx="1"/>
          </p:nvPr>
        </p:nvPicPr>
        <p:blipFill rotWithShape="1">
          <a:blip r:embed="rId3"/>
          <a:stretch/>
        </p:blipFill>
        <p:spPr bwMode="auto">
          <a:xfrm rot="0">
            <a:off x="457199" y="1208378"/>
            <a:ext cx="8229600" cy="1690105"/>
          </a:xfrm>
          <a:prstGeom prst="rect">
            <a:avLst/>
          </a:prstGeom>
        </p:spPr>
      </p:pic>
      <p:sp>
        <p:nvSpPr>
          <p:cNvPr id="1542042302" name=""/>
          <p:cNvSpPr txBox="1"/>
          <p:nvPr/>
        </p:nvSpPr>
        <p:spPr bwMode="auto">
          <a:xfrm rot="0" flipH="0" flipV="0">
            <a:off x="442348" y="3143248"/>
            <a:ext cx="8195818"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b="1"/>
              <a:t>Insight:</a:t>
            </a:r>
            <a:endParaRPr b="1"/>
          </a:p>
        </p:txBody>
      </p:sp>
      <p:sp>
        <p:nvSpPr>
          <p:cNvPr id="46582023" name=""/>
          <p:cNvSpPr txBox="1"/>
          <p:nvPr/>
        </p:nvSpPr>
        <p:spPr bwMode="auto">
          <a:xfrm rot="0" flipH="0" flipV="0">
            <a:off x="461398" y="3467098"/>
            <a:ext cx="8217744" cy="9452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400"/>
              <a:t>	</a:t>
            </a:r>
            <a:r>
              <a:rPr lang="en-US" sz="1400" b="0" i="0" u="none" strike="noStrike" cap="none" spc="0">
                <a:solidFill>
                  <a:schemeClr val="tx1"/>
                </a:solidFill>
                <a:latin typeface="Arial"/>
                <a:ea typeface="Arial"/>
                <a:cs typeface="Arial"/>
              </a:rPr>
              <a:t>The location at latitude 41.9762 and longitude -87.9053 recorded the highest crash frequency, making it a major accident hotspot likely influenced by heavy traffic, congestion, or complex road layouts. The consistently high crash counts across the top locations highlight the need for targeted safety measures such as improved signals, signage, speed management, and roadway redesign.</a:t>
            </a: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856084269" name=""/>
          <p:cNvPicPr>
            <a:picLocks noChangeAspect="1"/>
          </p:cNvPicPr>
          <p:nvPr>
            <p:ph idx="1"/>
          </p:nvPr>
        </p:nvPicPr>
        <p:blipFill rotWithShape="1">
          <a:blip r:embed="rId3"/>
          <a:stretch/>
        </p:blipFill>
        <p:spPr bwMode="auto">
          <a:xfrm rot="0">
            <a:off x="457200" y="1313260"/>
            <a:ext cx="8229600" cy="395684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79382367" name="Title 1"/>
          <p:cNvSpPr>
            <a:spLocks noGrp="1"/>
          </p:cNvSpPr>
          <p:nvPr>
            <p:ph type="title"/>
          </p:nvPr>
        </p:nvSpPr>
        <p:spPr bwMode="auto"/>
        <p:txBody>
          <a:bodyPr/>
          <a:lstStyle/>
          <a:p>
            <a:pPr>
              <a:defRPr/>
            </a:pPr>
            <a:r>
              <a:rPr sz="2000"/>
              <a:t>Top 5 streets with the highest injury rate</a:t>
            </a:r>
            <a:endParaRPr sz="2000"/>
          </a:p>
        </p:txBody>
      </p:sp>
      <p:pic>
        <p:nvPicPr>
          <p:cNvPr id="1164624751" name=""/>
          <p:cNvPicPr>
            <a:picLocks noChangeAspect="1"/>
          </p:cNvPicPr>
          <p:nvPr>
            <p:ph idx="1"/>
          </p:nvPr>
        </p:nvPicPr>
        <p:blipFill rotWithShape="1">
          <a:blip r:embed="rId3"/>
          <a:stretch/>
        </p:blipFill>
        <p:spPr bwMode="auto">
          <a:xfrm rot="0">
            <a:off x="457200" y="1215027"/>
            <a:ext cx="8229599" cy="1676808"/>
          </a:xfrm>
          <a:prstGeom prst="rect">
            <a:avLst/>
          </a:prstGeom>
        </p:spPr>
      </p:pic>
      <p:sp>
        <p:nvSpPr>
          <p:cNvPr id="312238239" name=""/>
          <p:cNvSpPr txBox="1"/>
          <p:nvPr/>
        </p:nvSpPr>
        <p:spPr bwMode="auto">
          <a:xfrm rot="0" flipH="0" flipV="0">
            <a:off x="442348" y="3143248"/>
            <a:ext cx="8195818"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b="1"/>
              <a:t>Insight:</a:t>
            </a:r>
            <a:endParaRPr b="1"/>
          </a:p>
        </p:txBody>
      </p:sp>
      <p:sp>
        <p:nvSpPr>
          <p:cNvPr id="349419795" name=""/>
          <p:cNvSpPr txBox="1"/>
          <p:nvPr/>
        </p:nvSpPr>
        <p:spPr bwMode="auto">
          <a:xfrm rot="0" flipH="0" flipV="0">
            <a:off x="461398" y="3467097"/>
            <a:ext cx="8218823" cy="9452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400"/>
              <a:t>	</a:t>
            </a:r>
            <a:r>
              <a:rPr lang="en-US" sz="1400" b="0" i="0" u="none" strike="noStrike" cap="none" spc="0">
                <a:solidFill>
                  <a:schemeClr val="tx1"/>
                </a:solidFill>
                <a:latin typeface="Arial"/>
                <a:ea typeface="Arial"/>
                <a:cs typeface="Arial"/>
              </a:rPr>
              <a:t>Marquette Dr recorded the highest injury rate, while Fifth Ave and Corcoran Pl also showed severe injury-related crash patterns, indicating that crashes on these streets are more likely to cause injuries. South Chicago Ave stood out as both a high-frequency and high-severity crash corridor, highlighting the need for improved traffic safety measures and infrastructure.</a:t>
            </a: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18459260" name=""/>
          <p:cNvPicPr>
            <a:picLocks noChangeAspect="1"/>
          </p:cNvPicPr>
          <p:nvPr>
            <p:ph idx="1"/>
          </p:nvPr>
        </p:nvPicPr>
        <p:blipFill rotWithShape="1">
          <a:blip r:embed="rId3"/>
          <a:stretch/>
        </p:blipFill>
        <p:spPr bwMode="auto">
          <a:xfrm rot="0">
            <a:off x="457200" y="1226085"/>
            <a:ext cx="8229600" cy="413119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33010119" name="Title 1"/>
          <p:cNvSpPr>
            <a:spLocks noGrp="1"/>
          </p:cNvSpPr>
          <p:nvPr>
            <p:ph type="title"/>
          </p:nvPr>
        </p:nvSpPr>
        <p:spPr bwMode="auto"/>
        <p:txBody>
          <a:bodyPr/>
          <a:lstStyle/>
          <a:p>
            <a:pPr>
              <a:defRPr/>
            </a:pPr>
            <a:r>
              <a:rPr sz="2000"/>
              <a:t>Most common crash type of each year</a:t>
            </a:r>
            <a:endParaRPr sz="2000"/>
          </a:p>
        </p:txBody>
      </p:sp>
      <p:pic>
        <p:nvPicPr>
          <p:cNvPr id="1229430063" name=""/>
          <p:cNvPicPr>
            <a:picLocks noChangeAspect="1"/>
          </p:cNvPicPr>
          <p:nvPr>
            <p:ph idx="1"/>
          </p:nvPr>
        </p:nvPicPr>
        <p:blipFill rotWithShape="1">
          <a:blip r:embed="rId3"/>
          <a:stretch/>
        </p:blipFill>
        <p:spPr bwMode="auto">
          <a:xfrm rot="0">
            <a:off x="457199" y="1182048"/>
            <a:ext cx="8229600" cy="2123767"/>
          </a:xfrm>
          <a:prstGeom prst="rect">
            <a:avLst/>
          </a:prstGeom>
        </p:spPr>
      </p:pic>
      <p:sp>
        <p:nvSpPr>
          <p:cNvPr id="958646561" name=""/>
          <p:cNvSpPr txBox="1"/>
          <p:nvPr/>
        </p:nvSpPr>
        <p:spPr bwMode="auto">
          <a:xfrm rot="0" flipH="0" flipV="0">
            <a:off x="442348" y="3524248"/>
            <a:ext cx="8196177"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b="1"/>
              <a:t>Insight:</a:t>
            </a:r>
            <a:endParaRPr b="1"/>
          </a:p>
        </p:txBody>
      </p:sp>
      <p:sp>
        <p:nvSpPr>
          <p:cNvPr id="231792451" name=""/>
          <p:cNvSpPr txBox="1"/>
          <p:nvPr/>
        </p:nvSpPr>
        <p:spPr bwMode="auto">
          <a:xfrm rot="0" flipH="0" flipV="0">
            <a:off x="461398" y="3848097"/>
            <a:ext cx="8219902" cy="9452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400"/>
              <a:t>	</a:t>
            </a:r>
            <a:r>
              <a:rPr lang="en-US" sz="1400" b="0" i="0" u="none" strike="noStrike" cap="none" spc="0">
                <a:solidFill>
                  <a:schemeClr val="tx1"/>
                </a:solidFill>
                <a:latin typeface="Arial"/>
                <a:ea typeface="Arial"/>
                <a:cs typeface="Arial"/>
              </a:rPr>
              <a:t>'NO INJURY / DRIVE AWAY' remained the most common crash type from 2020 to 2026, showing that most crashes were relatively minor and non-severe. The steady increase in crash totals until 2024 reflects rising traffic activity, highlighting the need for better traffic management and preventive road safety measures.</a:t>
            </a: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43458717" name=""/>
          <p:cNvPicPr>
            <a:picLocks noChangeAspect="1"/>
          </p:cNvPicPr>
          <p:nvPr>
            <p:ph idx="1"/>
          </p:nvPr>
        </p:nvPicPr>
        <p:blipFill rotWithShape="1">
          <a:blip r:embed="rId3"/>
          <a:stretch/>
        </p:blipFill>
        <p:spPr bwMode="auto">
          <a:xfrm rot="0">
            <a:off x="995803" y="1219200"/>
            <a:ext cx="7152391" cy="452596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01069915" name="Title 1"/>
          <p:cNvSpPr>
            <a:spLocks noGrp="1"/>
          </p:cNvSpPr>
          <p:nvPr>
            <p:ph type="title"/>
          </p:nvPr>
        </p:nvSpPr>
        <p:spPr bwMode="auto"/>
        <p:txBody>
          <a:bodyPr/>
          <a:lstStyle/>
          <a:p>
            <a:pPr>
              <a:defRPr/>
            </a:pPr>
            <a:r>
              <a:rPr sz="2000"/>
              <a:t>Day of the week with the highest average crashes per hour</a:t>
            </a:r>
            <a:endParaRPr sz="2000"/>
          </a:p>
        </p:txBody>
      </p:sp>
      <p:pic>
        <p:nvPicPr>
          <p:cNvPr id="906729332" name=""/>
          <p:cNvPicPr>
            <a:picLocks noChangeAspect="1"/>
          </p:cNvPicPr>
          <p:nvPr>
            <p:ph idx="1"/>
          </p:nvPr>
        </p:nvPicPr>
        <p:blipFill rotWithShape="1">
          <a:blip r:embed="rId3"/>
          <a:stretch/>
        </p:blipFill>
        <p:spPr bwMode="auto">
          <a:xfrm rot="0">
            <a:off x="457199" y="1147020"/>
            <a:ext cx="8229600" cy="1050822"/>
          </a:xfrm>
          <a:prstGeom prst="rect">
            <a:avLst/>
          </a:prstGeom>
        </p:spPr>
      </p:pic>
      <p:sp>
        <p:nvSpPr>
          <p:cNvPr id="188200138" name=""/>
          <p:cNvSpPr txBox="1"/>
          <p:nvPr/>
        </p:nvSpPr>
        <p:spPr bwMode="auto">
          <a:xfrm rot="0" flipH="0" flipV="0">
            <a:off x="442348" y="2381248"/>
            <a:ext cx="8196177"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b="1"/>
              <a:t>Insight:</a:t>
            </a:r>
            <a:endParaRPr b="1"/>
          </a:p>
        </p:txBody>
      </p:sp>
      <p:sp>
        <p:nvSpPr>
          <p:cNvPr id="1724043951" name=""/>
          <p:cNvSpPr txBox="1"/>
          <p:nvPr/>
        </p:nvSpPr>
        <p:spPr bwMode="auto">
          <a:xfrm rot="0" flipH="0" flipV="0">
            <a:off x="461398" y="2705096"/>
            <a:ext cx="8220981" cy="7318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400"/>
              <a:t>	</a:t>
            </a:r>
            <a:r>
              <a:rPr lang="en-US" sz="1400" b="0" i="0" u="none" strike="noStrike" cap="none" spc="0">
                <a:solidFill>
                  <a:schemeClr val="tx1"/>
                </a:solidFill>
                <a:latin typeface="Arial"/>
                <a:ea typeface="Arial"/>
                <a:cs typeface="Arial"/>
              </a:rPr>
              <a:t>Friday recorded the highest average crashes per hour, indicating that end-of-week traffic, commuter movement, and increased social travel significantly raise accident risk. The result highlights Fridays as high-risk periods requiring stronger traffic monitoring and road safety enforcement.</a:t>
            </a: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95658260" name=""/>
          <p:cNvPicPr>
            <a:picLocks noChangeAspect="1"/>
          </p:cNvPicPr>
          <p:nvPr>
            <p:ph idx="1"/>
          </p:nvPr>
        </p:nvPicPr>
        <p:blipFill rotWithShape="1">
          <a:blip r:embed="rId3"/>
          <a:stretch/>
        </p:blipFill>
        <p:spPr bwMode="auto">
          <a:xfrm rot="0">
            <a:off x="1361575" y="1219200"/>
            <a:ext cx="6420848" cy="452596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0201106" name="Title 1"/>
          <p:cNvSpPr>
            <a:spLocks noGrp="1"/>
          </p:cNvSpPr>
          <p:nvPr>
            <p:ph type="title"/>
          </p:nvPr>
        </p:nvSpPr>
        <p:spPr bwMode="auto"/>
        <p:txBody>
          <a:bodyPr/>
          <a:lstStyle/>
          <a:p>
            <a:pPr>
              <a:defRPr/>
            </a:pPr>
            <a:r>
              <a:rPr sz="2000"/>
              <a:t>High-risk time slot of the highest injury crashes</a:t>
            </a:r>
            <a:endParaRPr sz="2000"/>
          </a:p>
        </p:txBody>
      </p:sp>
      <p:pic>
        <p:nvPicPr>
          <p:cNvPr id="704881578" name=""/>
          <p:cNvPicPr>
            <a:picLocks noChangeAspect="1"/>
          </p:cNvPicPr>
          <p:nvPr>
            <p:ph idx="1"/>
          </p:nvPr>
        </p:nvPicPr>
        <p:blipFill rotWithShape="1">
          <a:blip r:embed="rId3"/>
          <a:stretch/>
        </p:blipFill>
        <p:spPr bwMode="auto">
          <a:xfrm rot="0">
            <a:off x="457200" y="1159813"/>
            <a:ext cx="8229600" cy="1025236"/>
          </a:xfrm>
          <a:prstGeom prst="rect">
            <a:avLst/>
          </a:prstGeom>
        </p:spPr>
      </p:pic>
      <p:sp>
        <p:nvSpPr>
          <p:cNvPr id="1177915181" name=""/>
          <p:cNvSpPr txBox="1"/>
          <p:nvPr/>
        </p:nvSpPr>
        <p:spPr bwMode="auto">
          <a:xfrm rot="0" flipH="0" flipV="0">
            <a:off x="442348" y="2381248"/>
            <a:ext cx="8196177"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b="1"/>
              <a:t>Insight:</a:t>
            </a:r>
            <a:endParaRPr b="1"/>
          </a:p>
        </p:txBody>
      </p:sp>
      <p:sp>
        <p:nvSpPr>
          <p:cNvPr id="1783578348" name=""/>
          <p:cNvSpPr txBox="1"/>
          <p:nvPr/>
        </p:nvSpPr>
        <p:spPr bwMode="auto">
          <a:xfrm rot="0" flipH="0" flipV="0">
            <a:off x="461398" y="2705096"/>
            <a:ext cx="8222060" cy="9452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400"/>
              <a:t>	</a:t>
            </a:r>
            <a:r>
              <a:rPr lang="en-US" sz="1400" b="0" i="0" u="none" strike="noStrike" cap="none" spc="0">
                <a:solidFill>
                  <a:schemeClr val="tx1"/>
                </a:solidFill>
                <a:latin typeface="Arial"/>
                <a:ea typeface="Arial"/>
                <a:cs typeface="Arial"/>
              </a:rPr>
              <a:t>The Afternoon time slot recorded the highest number of injury crashes, indicating that heavy daytime traffic, commuter activity, and increased pedestrian movement significantly raise accident risk during this period. This highlights the need for stronger traffic monitoring, speed control, and intersection management during peak afternoon hours.</a:t>
            </a: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56769372" name=""/>
          <p:cNvPicPr>
            <a:picLocks noChangeAspect="1"/>
          </p:cNvPicPr>
          <p:nvPr>
            <p:ph idx="1"/>
          </p:nvPr>
        </p:nvPicPr>
        <p:blipFill rotWithShape="1">
          <a:blip r:embed="rId3"/>
          <a:stretch/>
        </p:blipFill>
        <p:spPr bwMode="auto">
          <a:xfrm rot="0">
            <a:off x="1314969" y="1219200"/>
            <a:ext cx="6514061" cy="452596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72142309" name="Title 1"/>
          <p:cNvSpPr>
            <a:spLocks noGrp="1"/>
          </p:cNvSpPr>
          <p:nvPr>
            <p:ph type="title"/>
          </p:nvPr>
        </p:nvSpPr>
        <p:spPr bwMode="auto"/>
        <p:txBody>
          <a:bodyPr/>
          <a:lstStyle/>
          <a:p>
            <a:pPr>
              <a:defRPr/>
            </a:pPr>
            <a:r>
              <a:rPr sz="2000"/>
              <a:t>Top 3 contributing causes for each crash type</a:t>
            </a:r>
            <a:endParaRPr sz="2000"/>
          </a:p>
        </p:txBody>
      </p:sp>
      <p:pic>
        <p:nvPicPr>
          <p:cNvPr id="1652124668" name=""/>
          <p:cNvPicPr>
            <a:picLocks noChangeAspect="1"/>
          </p:cNvPicPr>
          <p:nvPr>
            <p:ph idx="1"/>
          </p:nvPr>
        </p:nvPicPr>
        <p:blipFill rotWithShape="1">
          <a:blip r:embed="rId3"/>
          <a:stretch/>
        </p:blipFill>
        <p:spPr bwMode="auto">
          <a:xfrm rot="0">
            <a:off x="457200" y="1227210"/>
            <a:ext cx="8229600" cy="1842943"/>
          </a:xfrm>
          <a:prstGeom prst="rect">
            <a:avLst/>
          </a:prstGeom>
        </p:spPr>
      </p:pic>
      <p:sp>
        <p:nvSpPr>
          <p:cNvPr id="927860886" name=""/>
          <p:cNvSpPr txBox="1"/>
          <p:nvPr/>
        </p:nvSpPr>
        <p:spPr bwMode="auto">
          <a:xfrm rot="0" flipH="0" flipV="0">
            <a:off x="442348" y="3238498"/>
            <a:ext cx="8196177"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b="1"/>
              <a:t>Insight:</a:t>
            </a:r>
            <a:endParaRPr b="1"/>
          </a:p>
        </p:txBody>
      </p:sp>
      <p:sp>
        <p:nvSpPr>
          <p:cNvPr id="659001299" name=""/>
          <p:cNvSpPr txBox="1"/>
          <p:nvPr/>
        </p:nvSpPr>
        <p:spPr bwMode="auto">
          <a:xfrm rot="0" flipH="0" flipV="0">
            <a:off x="461398" y="3562346"/>
            <a:ext cx="8223139" cy="1158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400"/>
              <a:t>	</a:t>
            </a:r>
            <a:r>
              <a:rPr lang="en-US" sz="1400" b="0" i="0" u="none" strike="noStrike" cap="none" spc="0">
                <a:solidFill>
                  <a:schemeClr val="tx1"/>
                </a:solidFill>
                <a:latin typeface="Arial"/>
                <a:ea typeface="Arial"/>
                <a:cs typeface="Arial"/>
              </a:rPr>
              <a:t>'UNABLE TO DETERMINE' was the leading contributing cause across both major crash categories, while failing to yield, speeding-related behavior, and following too closely were major identifiable causes of severe and minor crashes. The findings highlight the strong impact of driver behavior on crash occurrence and emphasize the need for improved driver awareness, speed control, and traffic enforcement.</a:t>
            </a: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22196045" name=""/>
          <p:cNvPicPr>
            <a:picLocks noChangeAspect="1"/>
          </p:cNvPicPr>
          <p:nvPr>
            <p:ph idx="1"/>
          </p:nvPr>
        </p:nvPicPr>
        <p:blipFill rotWithShape="1">
          <a:blip r:embed="rId3"/>
          <a:stretch/>
        </p:blipFill>
        <p:spPr bwMode="auto">
          <a:xfrm rot="0">
            <a:off x="1253608" y="1123950"/>
            <a:ext cx="6636782" cy="452596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17392499" name="Title 1"/>
          <p:cNvSpPr>
            <a:spLocks noGrp="1"/>
          </p:cNvSpPr>
          <p:nvPr>
            <p:ph type="title"/>
          </p:nvPr>
        </p:nvSpPr>
        <p:spPr bwMode="auto"/>
        <p:txBody>
          <a:bodyPr/>
          <a:lstStyle/>
          <a:p>
            <a:pPr>
              <a:defRPr/>
            </a:pPr>
            <a:r>
              <a:rPr sz="2000"/>
              <a:t>Year-over-year growth rate of crashes</a:t>
            </a:r>
            <a:endParaRPr sz="2000"/>
          </a:p>
        </p:txBody>
      </p:sp>
      <p:pic>
        <p:nvPicPr>
          <p:cNvPr id="396923583" name=""/>
          <p:cNvPicPr>
            <a:picLocks noChangeAspect="1"/>
          </p:cNvPicPr>
          <p:nvPr>
            <p:ph idx="1"/>
          </p:nvPr>
        </p:nvPicPr>
        <p:blipFill rotWithShape="1">
          <a:blip r:embed="rId3"/>
          <a:stretch/>
        </p:blipFill>
        <p:spPr bwMode="auto">
          <a:xfrm rot="0">
            <a:off x="457199" y="1205566"/>
            <a:ext cx="8229600" cy="2076730"/>
          </a:xfrm>
          <a:prstGeom prst="rect">
            <a:avLst/>
          </a:prstGeom>
        </p:spPr>
      </p:pic>
      <p:sp>
        <p:nvSpPr>
          <p:cNvPr id="1279260367" name=""/>
          <p:cNvSpPr txBox="1"/>
          <p:nvPr/>
        </p:nvSpPr>
        <p:spPr bwMode="auto">
          <a:xfrm rot="0" flipH="0" flipV="0">
            <a:off x="442348" y="3524248"/>
            <a:ext cx="8196177"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b="1"/>
              <a:t>Insight:</a:t>
            </a:r>
            <a:endParaRPr b="1"/>
          </a:p>
        </p:txBody>
      </p:sp>
      <p:sp>
        <p:nvSpPr>
          <p:cNvPr id="153015676" name=""/>
          <p:cNvSpPr txBox="1"/>
          <p:nvPr/>
        </p:nvSpPr>
        <p:spPr bwMode="auto">
          <a:xfrm rot="0" flipH="0" flipV="0">
            <a:off x="461398" y="3848095"/>
            <a:ext cx="8224218" cy="7318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400"/>
              <a:t>	</a:t>
            </a:r>
            <a:r>
              <a:rPr lang="en-US" sz="1400" b="0" i="0" u="none" strike="noStrike" cap="none" spc="0">
                <a:solidFill>
                  <a:schemeClr val="tx1"/>
                </a:solidFill>
                <a:latin typeface="Arial"/>
                <a:ea typeface="Arial"/>
                <a:cs typeface="Arial"/>
              </a:rPr>
              <a:t>Crash frequency saw its largest increase in 2021 after the lower traffic levels of 2020, then remained relatively stable with only minor fluctuations between 2022 and 2025. The sharp decline in 2026 is likely due to incomplete data rather than an actual reduction in crashes.</a:t>
            </a: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70074299" name=""/>
          <p:cNvPicPr>
            <a:picLocks noChangeAspect="1"/>
          </p:cNvPicPr>
          <p:nvPr>
            <p:ph idx="1"/>
          </p:nvPr>
        </p:nvPicPr>
        <p:blipFill rotWithShape="1">
          <a:blip r:embed="rId3"/>
          <a:stretch/>
        </p:blipFill>
        <p:spPr bwMode="auto">
          <a:xfrm rot="0">
            <a:off x="457200" y="1104572"/>
            <a:ext cx="8229600" cy="418371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122041" name="Title 1"/>
          <p:cNvSpPr>
            <a:spLocks noGrp="1"/>
          </p:cNvSpPr>
          <p:nvPr>
            <p:ph type="title"/>
          </p:nvPr>
        </p:nvSpPr>
        <p:spPr bwMode="auto"/>
        <p:txBody>
          <a:bodyPr/>
          <a:lstStyle/>
          <a:p>
            <a:pPr>
              <a:defRPr/>
            </a:pPr>
            <a:r>
              <a:rPr sz="2000"/>
              <a:t>Highest crash hotspot zones</a:t>
            </a:r>
            <a:endParaRPr sz="2000"/>
          </a:p>
        </p:txBody>
      </p:sp>
      <p:pic>
        <p:nvPicPr>
          <p:cNvPr id="1088350614" name=""/>
          <p:cNvPicPr>
            <a:picLocks noChangeAspect="1"/>
          </p:cNvPicPr>
          <p:nvPr>
            <p:ph idx="1"/>
          </p:nvPr>
        </p:nvPicPr>
        <p:blipFill rotWithShape="1">
          <a:blip r:embed="rId3"/>
          <a:stretch/>
        </p:blipFill>
        <p:spPr bwMode="auto">
          <a:xfrm rot="0">
            <a:off x="457200" y="1204903"/>
            <a:ext cx="8229600" cy="2649556"/>
          </a:xfrm>
          <a:prstGeom prst="rect">
            <a:avLst/>
          </a:prstGeom>
        </p:spPr>
      </p:pic>
      <p:sp>
        <p:nvSpPr>
          <p:cNvPr id="1012465660" name=""/>
          <p:cNvSpPr txBox="1"/>
          <p:nvPr/>
        </p:nvSpPr>
        <p:spPr bwMode="auto">
          <a:xfrm rot="0" flipH="0" flipV="0">
            <a:off x="442348" y="4095748"/>
            <a:ext cx="8196537"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b="1"/>
              <a:t>Insight:</a:t>
            </a:r>
            <a:endParaRPr b="1"/>
          </a:p>
        </p:txBody>
      </p:sp>
      <p:sp>
        <p:nvSpPr>
          <p:cNvPr id="2095548773" name=""/>
          <p:cNvSpPr txBox="1"/>
          <p:nvPr/>
        </p:nvSpPr>
        <p:spPr bwMode="auto">
          <a:xfrm rot="0" flipH="0" flipV="0">
            <a:off x="461398" y="4419594"/>
            <a:ext cx="8225297" cy="9452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400"/>
              <a:t>	</a:t>
            </a:r>
            <a:r>
              <a:rPr lang="en-US" sz="1400" b="0" i="0" u="none" strike="noStrike" cap="none" spc="0">
                <a:solidFill>
                  <a:schemeClr val="tx1"/>
                </a:solidFill>
                <a:latin typeface="Arial"/>
                <a:ea typeface="Arial"/>
                <a:cs typeface="Arial"/>
              </a:rPr>
              <a:t>Crash incidents were heavily concentrated in a few hotspot zones, with the area around latitude 41.89 and longitude -87.63 recording the highest crash frequency. The clustering of crashes within nearby urban corridors suggests that dense traffic, major intersections, and congestion-prone road networks significantly increase accident risk.</a:t>
            </a: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60287147" name=""/>
          <p:cNvPicPr>
            <a:picLocks noChangeAspect="1"/>
          </p:cNvPicPr>
          <p:nvPr>
            <p:ph idx="1"/>
          </p:nvPr>
        </p:nvPicPr>
        <p:blipFill rotWithShape="1">
          <a:blip r:embed="rId3"/>
          <a:stretch/>
        </p:blipFill>
        <p:spPr bwMode="auto">
          <a:xfrm rot="0">
            <a:off x="651517" y="1123950"/>
            <a:ext cx="7840964" cy="452596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25544861" name="Title 1"/>
          <p:cNvSpPr>
            <a:spLocks noGrp="1"/>
          </p:cNvSpPr>
          <p:nvPr>
            <p:ph type="title"/>
          </p:nvPr>
        </p:nvSpPr>
        <p:spPr bwMode="auto"/>
        <p:txBody>
          <a:bodyPr/>
          <a:lstStyle/>
          <a:p>
            <a:pPr>
              <a:defRPr/>
            </a:pPr>
            <a:r>
              <a:rPr/>
              <a:t>Technologies Used</a:t>
            </a:r>
            <a:endParaRPr/>
          </a:p>
        </p:txBody>
      </p:sp>
      <p:sp>
        <p:nvSpPr>
          <p:cNvPr id="314192882" name="Content Placeholder 2"/>
          <p:cNvSpPr>
            <a:spLocks noGrp="1"/>
          </p:cNvSpPr>
          <p:nvPr>
            <p:ph idx="1"/>
          </p:nvPr>
        </p:nvSpPr>
        <p:spPr bwMode="auto">
          <a:xfrm>
            <a:off x="838198" y="1600201"/>
            <a:ext cx="8229600" cy="4525962"/>
          </a:xfrm>
        </p:spPr>
        <p:txBody>
          <a:bodyPr/>
          <a:lstStyle/>
          <a:p>
            <a:pPr>
              <a:defRPr sz="2000"/>
            </a:pPr>
            <a:r>
              <a:rPr lang="en-US" sz="2000" b="0" i="0" u="none" strike="noStrike" cap="none" spc="0">
                <a:solidFill>
                  <a:schemeClr val="tx1"/>
                </a:solidFill>
                <a:latin typeface="+mn-lt"/>
                <a:ea typeface="+mn-ea"/>
                <a:cs typeface="+mn-cs"/>
              </a:rPr>
              <a:t>Python for analytics and development.</a:t>
            </a:r>
            <a:endParaRPr/>
          </a:p>
          <a:p>
            <a:pPr>
              <a:defRPr sz="2000"/>
            </a:pPr>
            <a:r>
              <a:rPr lang="en-US" sz="2000" b="0" i="0" u="none" strike="noStrike" cap="none" spc="0">
                <a:solidFill>
                  <a:schemeClr val="tx1"/>
                </a:solidFill>
                <a:latin typeface="+mn-lt"/>
                <a:ea typeface="+mn-ea"/>
                <a:cs typeface="+mn-cs"/>
              </a:rPr>
              <a:t>MySQL for database management.</a:t>
            </a:r>
            <a:endParaRPr/>
          </a:p>
          <a:p>
            <a:pPr>
              <a:defRPr sz="2000"/>
            </a:pPr>
            <a:r>
              <a:rPr lang="en-US" sz="2000" b="0" i="0" u="none" strike="noStrike" cap="none" spc="0">
                <a:solidFill>
                  <a:schemeClr val="tx1"/>
                </a:solidFill>
                <a:latin typeface="+mn-lt"/>
                <a:ea typeface="+mn-ea"/>
                <a:cs typeface="+mn-cs"/>
              </a:rPr>
              <a:t>Streamlit for dashboard visualization.</a:t>
            </a:r>
            <a:endParaRPr/>
          </a:p>
          <a:p>
            <a:pPr>
              <a:defRPr sz="2000"/>
            </a:pPr>
            <a:r>
              <a:rPr lang="en-US" sz="2000" b="0" i="0" u="none" strike="noStrike" cap="none" spc="0">
                <a:solidFill>
                  <a:schemeClr val="tx1"/>
                </a:solidFill>
                <a:latin typeface="+mn-lt"/>
                <a:ea typeface="+mn-ea"/>
                <a:cs typeface="+mn-cs"/>
              </a:rPr>
              <a:t>Pandas for data analysis.</a:t>
            </a:r>
            <a:endParaRPr/>
          </a:p>
          <a:p>
            <a:pPr>
              <a:defRPr sz="2000"/>
            </a:pPr>
            <a:r>
              <a:rPr lang="en-US" sz="2000" b="0" i="0" u="none" strike="noStrike" cap="none" spc="0">
                <a:solidFill>
                  <a:schemeClr val="tx1"/>
                </a:solidFill>
                <a:latin typeface="Arial"/>
                <a:ea typeface="Arial"/>
                <a:cs typeface="Arial"/>
              </a:rPr>
              <a:t>Matplotlib </a:t>
            </a:r>
            <a:r>
              <a:rPr lang="en-US" sz="2000" b="0" i="0" u="none" strike="noStrike" cap="none" spc="0">
                <a:solidFill>
                  <a:schemeClr val="tx1"/>
                </a:solidFill>
                <a:latin typeface="Arial"/>
                <a:ea typeface="Arial"/>
                <a:cs typeface="Arial"/>
              </a:rPr>
              <a:t>for </a:t>
            </a:r>
            <a:r>
              <a:rPr lang="en-US" sz="2000" b="0" i="0" u="none" strike="noStrike" cap="none" spc="0">
                <a:solidFill>
                  <a:schemeClr val="tx1"/>
                </a:solidFill>
                <a:latin typeface="Arial"/>
                <a:ea typeface="Arial"/>
                <a:cs typeface="Arial"/>
              </a:rPr>
              <a:t>charts</a:t>
            </a:r>
            <a:r>
              <a:rPr/>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26531791" name="Title 1"/>
          <p:cNvSpPr>
            <a:spLocks noGrp="1"/>
          </p:cNvSpPr>
          <p:nvPr>
            <p:ph type="title"/>
          </p:nvPr>
        </p:nvSpPr>
        <p:spPr bwMode="auto"/>
        <p:txBody>
          <a:bodyPr/>
          <a:lstStyle/>
          <a:p>
            <a:pPr>
              <a:defRPr/>
            </a:pPr>
            <a:r>
              <a:rPr/>
              <a:t>Conclusion</a:t>
            </a:r>
            <a:endParaRPr/>
          </a:p>
        </p:txBody>
      </p:sp>
      <p:sp>
        <p:nvSpPr>
          <p:cNvPr id="2069486803" name="Content Placeholder 2"/>
          <p:cNvSpPr>
            <a:spLocks noGrp="1"/>
          </p:cNvSpPr>
          <p:nvPr>
            <p:ph idx="1"/>
          </p:nvPr>
        </p:nvSpPr>
        <p:spPr bwMode="auto"/>
        <p:txBody>
          <a:bodyPr/>
          <a:lstStyle/>
          <a:p>
            <a:pPr>
              <a:defRPr sz="2000"/>
            </a:pPr>
            <a:r>
              <a:rPr/>
              <a:t>The platform converts raw crash data into meaningful insights.</a:t>
            </a:r>
            <a:endParaRPr/>
          </a:p>
          <a:p>
            <a:pPr>
              <a:defRPr sz="2000"/>
            </a:pPr>
            <a:r>
              <a:rPr/>
              <a:t>Supports better traffic safety planning and management.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a:themeElements>
    <a:clrScheme name="Blue Green">
      <a:dk1>
        <a:srgbClr val="000000"/>
      </a:dk1>
      <a:lt1>
        <a:srgbClr val="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Classic 2">
      <a:majorFont>
        <a:latin typeface="Arial"/>
        <a:ea typeface="Arial"/>
        <a:cs typeface="Arial"/>
      </a:majorFont>
      <a:minorFont>
        <a:latin typeface="Arial"/>
        <a:ea typeface="Arial"/>
        <a:cs typeface="Arial"/>
      </a:minorFont>
    </a:fontScheme>
    <a:fmtScheme name="Standard">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extraClrScheme>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extraClrScheme>
  </a:extraClrSchemeLst>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39</Slides>
  <Notes>39</Notes>
  <HiddenSlides>0</HiddenSlides>
  <MMClips>2</MMClips>
  <ScaleCrop>0</ScaleCrop>
  <HeadingPairs>
    <vt:vector size="4" baseType="variant">
      <vt:variant>
        <vt:lpstr>Theme</vt:lpstr>
      </vt:variant>
      <vt:variant>
        <vt:i4>1</vt:i4>
      </vt:variant>
      <vt:variant>
        <vt:lpstr>Slide Titles</vt:lpstr>
      </vt:variant>
      <vt:variant>
        <vt:i4>39</vt:i4>
      </vt:variant>
    </vt:vector>
  </HeadingPairs>
  <TitlesOfParts>
    <vt:vector size="40"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
  <cp:revision>4</cp:revision>
  <dcterms:created xsi:type="dcterms:W3CDTF">2013-01-27T09:14:16Z</dcterms:created>
  <dcterms:modified xsi:type="dcterms:W3CDTF">2026-06-14T13:54:56Z</dcterms:modified>
  <cp:category/>
</cp:coreProperties>
</file>